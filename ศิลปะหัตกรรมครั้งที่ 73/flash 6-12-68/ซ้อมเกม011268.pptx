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5" r:id="rId5"/>
    <p:sldId id="267" r:id="rId6"/>
    <p:sldId id="257" r:id="rId7"/>
    <p:sldId id="268" r:id="rId8"/>
    <p:sldId id="269" r:id="rId9"/>
    <p:sldId id="261" r:id="rId10"/>
    <p:sldId id="270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1D61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>
        <p:scale>
          <a:sx n="75" d="100"/>
          <a:sy n="75" d="100"/>
        </p:scale>
        <p:origin x="113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791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337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415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774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2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513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159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229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835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691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755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C09A-271C-4125-A96E-060DF6051F65}" type="datetimeFigureOut">
              <a:rPr lang="th-TH" smtClean="0"/>
              <a:t>01/12/68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FCD32-DFFC-48D6-8965-83C53019520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149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เมฆ 4"/>
          <p:cNvSpPr/>
          <p:nvPr/>
        </p:nvSpPr>
        <p:spPr>
          <a:xfrm>
            <a:off x="147145" y="336331"/>
            <a:ext cx="3090041" cy="180777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เมฆ 5"/>
          <p:cNvSpPr/>
          <p:nvPr/>
        </p:nvSpPr>
        <p:spPr>
          <a:xfrm>
            <a:off x="3883573" y="457201"/>
            <a:ext cx="3090041" cy="1379482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เมฆ 6"/>
          <p:cNvSpPr/>
          <p:nvPr/>
        </p:nvSpPr>
        <p:spPr>
          <a:xfrm>
            <a:off x="1460937" y="3957144"/>
            <a:ext cx="3090041" cy="1234966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เมฆ 7"/>
          <p:cNvSpPr/>
          <p:nvPr/>
        </p:nvSpPr>
        <p:spPr>
          <a:xfrm>
            <a:off x="5596103" y="3982106"/>
            <a:ext cx="3090041" cy="127963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เมฆ 8"/>
          <p:cNvSpPr/>
          <p:nvPr/>
        </p:nvSpPr>
        <p:spPr>
          <a:xfrm>
            <a:off x="8403019" y="336330"/>
            <a:ext cx="3090041" cy="133481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เมฆ 9"/>
          <p:cNvSpPr/>
          <p:nvPr/>
        </p:nvSpPr>
        <p:spPr>
          <a:xfrm>
            <a:off x="8403019" y="2626271"/>
            <a:ext cx="3090041" cy="100111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เมฆ 10"/>
          <p:cNvSpPr/>
          <p:nvPr/>
        </p:nvSpPr>
        <p:spPr>
          <a:xfrm>
            <a:off x="8655271" y="4849210"/>
            <a:ext cx="3090041" cy="137948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เมฆ 11"/>
          <p:cNvSpPr/>
          <p:nvPr/>
        </p:nvSpPr>
        <p:spPr>
          <a:xfrm>
            <a:off x="358664" y="5425964"/>
            <a:ext cx="3045372" cy="92753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เมฆ 12"/>
          <p:cNvSpPr/>
          <p:nvPr/>
        </p:nvSpPr>
        <p:spPr>
          <a:xfrm>
            <a:off x="5945570" y="2550070"/>
            <a:ext cx="2391105" cy="103526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เมฆ 13"/>
          <p:cNvSpPr/>
          <p:nvPr/>
        </p:nvSpPr>
        <p:spPr>
          <a:xfrm>
            <a:off x="1734206" y="2077105"/>
            <a:ext cx="2262349" cy="945931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224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275770" y="290284"/>
            <a:ext cx="4949373" cy="116114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สี่เหลี่ยมผืนผ้ามุมมน 6"/>
          <p:cNvSpPr/>
          <p:nvPr/>
        </p:nvSpPr>
        <p:spPr>
          <a:xfrm>
            <a:off x="275770" y="2295072"/>
            <a:ext cx="5863772" cy="26996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ลูกศรขวา 8"/>
          <p:cNvSpPr/>
          <p:nvPr/>
        </p:nvSpPr>
        <p:spPr>
          <a:xfrm>
            <a:off x="5651501" y="0"/>
            <a:ext cx="3512457" cy="1857829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952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4982559" y="3982441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6400306" y="3982441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5229470" y="1454445"/>
            <a:ext cx="1704484" cy="8722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9307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4982559" y="3982441"/>
            <a:ext cx="796487" cy="1389658"/>
          </a:xfrm>
          <a:prstGeom prst="roundRect">
            <a:avLst/>
          </a:prstGeom>
          <a:solidFill>
            <a:srgbClr val="441D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>
            <a:off x="6400306" y="3982441"/>
            <a:ext cx="796487" cy="1389658"/>
          </a:xfrm>
          <a:prstGeom prst="roundRect">
            <a:avLst/>
          </a:prstGeom>
          <a:solidFill>
            <a:srgbClr val="441D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5229470" y="1454445"/>
            <a:ext cx="1704484" cy="87223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02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4982559" y="3982441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19722635">
            <a:off x="6654902" y="3876669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6096368" y="1495365"/>
            <a:ext cx="1057029" cy="63153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612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>
            <a:off x="4982559" y="3982441"/>
            <a:ext cx="796487" cy="1389658"/>
          </a:xfrm>
          <a:prstGeom prst="roundRect">
            <a:avLst/>
          </a:prstGeom>
          <a:solidFill>
            <a:srgbClr val="441D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19722635">
            <a:off x="6654902" y="3876669"/>
            <a:ext cx="796487" cy="1389658"/>
          </a:xfrm>
          <a:prstGeom prst="roundRect">
            <a:avLst/>
          </a:prstGeom>
          <a:solidFill>
            <a:srgbClr val="441D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5996116" y="1390945"/>
            <a:ext cx="1057029" cy="63153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212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 rot="1689832">
            <a:off x="4689894" y="3969741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19722635">
            <a:off x="6654902" y="3876669"/>
            <a:ext cx="796487" cy="138965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6025423" y="1495365"/>
            <a:ext cx="1057029" cy="63153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94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 rot="1689832">
            <a:off x="4689894" y="3969741"/>
            <a:ext cx="796487" cy="1389658"/>
          </a:xfrm>
          <a:prstGeom prst="roundRect">
            <a:avLst/>
          </a:prstGeom>
          <a:solidFill>
            <a:srgbClr val="441D61"/>
          </a:solidFill>
          <a:ln>
            <a:solidFill>
              <a:srgbClr val="441D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19722635">
            <a:off x="6654902" y="3876669"/>
            <a:ext cx="796487" cy="1389658"/>
          </a:xfrm>
          <a:prstGeom prst="roundRect">
            <a:avLst/>
          </a:prstGeom>
          <a:solidFill>
            <a:srgbClr val="441D61"/>
          </a:solidFill>
          <a:ln>
            <a:solidFill>
              <a:srgbClr val="441D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6025423" y="1495365"/>
            <a:ext cx="1057029" cy="63153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2401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 rot="1641822">
            <a:off x="4831226" y="4082174"/>
            <a:ext cx="796487" cy="138965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20133233">
            <a:off x="6674041" y="4084957"/>
            <a:ext cx="796487" cy="138965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5565995" y="1314745"/>
            <a:ext cx="1031432" cy="4124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6830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มุมมน 4"/>
          <p:cNvSpPr/>
          <p:nvPr/>
        </p:nvSpPr>
        <p:spPr>
          <a:xfrm rot="1641822">
            <a:off x="4715859" y="4082174"/>
            <a:ext cx="796487" cy="1389658"/>
          </a:xfrm>
          <a:prstGeom prst="roundRect">
            <a:avLst/>
          </a:prstGeom>
          <a:solidFill>
            <a:srgbClr val="441D61"/>
          </a:solidFill>
          <a:ln>
            <a:solidFill>
              <a:srgbClr val="441D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มุมมน 5"/>
          <p:cNvSpPr/>
          <p:nvPr/>
        </p:nvSpPr>
        <p:spPr>
          <a:xfrm rot="20133233">
            <a:off x="6674042" y="4084957"/>
            <a:ext cx="796487" cy="1389658"/>
          </a:xfrm>
          <a:prstGeom prst="roundRect">
            <a:avLst/>
          </a:prstGeom>
          <a:solidFill>
            <a:srgbClr val="441D61"/>
          </a:solidFill>
          <a:ln>
            <a:solidFill>
              <a:srgbClr val="441D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มุมมน 3"/>
          <p:cNvSpPr/>
          <p:nvPr/>
        </p:nvSpPr>
        <p:spPr>
          <a:xfrm>
            <a:off x="4695824" y="1114424"/>
            <a:ext cx="2771775" cy="3222823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มุมมน 7"/>
          <p:cNvSpPr/>
          <p:nvPr/>
        </p:nvSpPr>
        <p:spPr>
          <a:xfrm>
            <a:off x="5565995" y="1314745"/>
            <a:ext cx="1031432" cy="41245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367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แบบจอกว้าง</PresentationFormat>
  <Paragraphs>0</Paragraphs>
  <Slides>10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6" baseType="lpstr">
      <vt:lpstr>Angsana New</vt:lpstr>
      <vt:lpstr>Arial</vt:lpstr>
      <vt:lpstr>Calibri</vt:lpstr>
      <vt:lpstr>Calibri Light</vt:lpstr>
      <vt:lpstr>Cordia New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User</dc:creator>
  <cp:lastModifiedBy>User</cp:lastModifiedBy>
  <cp:revision>3</cp:revision>
  <dcterms:created xsi:type="dcterms:W3CDTF">2025-12-01T02:51:48Z</dcterms:created>
  <dcterms:modified xsi:type="dcterms:W3CDTF">2025-12-01T03:02:55Z</dcterms:modified>
</cp:coreProperties>
</file>