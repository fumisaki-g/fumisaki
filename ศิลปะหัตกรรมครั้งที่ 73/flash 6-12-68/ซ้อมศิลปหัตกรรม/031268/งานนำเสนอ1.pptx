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8" r:id="rId6"/>
    <p:sldId id="269" r:id="rId7"/>
    <p:sldId id="259" r:id="rId8"/>
    <p:sldId id="260" r:id="rId9"/>
    <p:sldId id="261" r:id="rId10"/>
    <p:sldId id="262" r:id="rId11"/>
    <p:sldId id="264" r:id="rId12"/>
    <p:sldId id="265" r:id="rId13"/>
    <p:sldId id="266" r:id="rId14"/>
    <p:sldId id="267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84F2"/>
    <a:srgbClr val="B769C7"/>
    <a:srgbClr val="AB77B9"/>
    <a:srgbClr val="FFFF66"/>
    <a:srgbClr val="FFFF99"/>
    <a:srgbClr val="F937F0"/>
    <a:srgbClr val="663300"/>
    <a:srgbClr val="3399FF"/>
    <a:srgbClr val="9FB6E5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66" d="100"/>
          <a:sy n="66" d="100"/>
        </p:scale>
        <p:origin x="1494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 smtClean="0"/>
              <a:t>คลิกเพื่อแก้ไขสไตล์ชื่อเรื่องรองต้นแบบ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37088-AAA9-4BAD-8D35-DE7E91B35226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9D168-524B-43F2-B799-126C1E72BF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34862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37088-AAA9-4BAD-8D35-DE7E91B35226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9D168-524B-43F2-B799-126C1E72BF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95310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37088-AAA9-4BAD-8D35-DE7E91B35226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9D168-524B-43F2-B799-126C1E72BF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77988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37088-AAA9-4BAD-8D35-DE7E91B35226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9D168-524B-43F2-B799-126C1E72BF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71096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แทนข้อความ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7" name="ตัวแทน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37088-AAA9-4BAD-8D35-DE7E91B35226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8" name="ตัวแทน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9D168-524B-43F2-B799-126C1E72BF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46386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37088-AAA9-4BAD-8D35-DE7E91B35226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4" name="ตัวแทน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9D168-524B-43F2-B799-126C1E72BF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78535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37088-AAA9-4BAD-8D35-DE7E91B35226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3" name="ตัวแทน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9D168-524B-43F2-B799-126C1E72BF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2827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37088-AAA9-4BAD-8D35-DE7E91B35226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9D168-524B-43F2-B799-126C1E72BF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57472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รูปภาพ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37088-AAA9-4BAD-8D35-DE7E91B35226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9D168-524B-43F2-B799-126C1E72BF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61618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37088-AAA9-4BAD-8D35-DE7E91B35226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9D168-524B-43F2-B799-126C1E72BF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99142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37088-AAA9-4BAD-8D35-DE7E91B35226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9D168-524B-43F2-B799-126C1E72BF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1094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37088-AAA9-4BAD-8D35-DE7E91B35226}" type="datetimeFigureOut">
              <a:rPr lang="th-TH" smtClean="0"/>
              <a:t>04/12/68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9D168-524B-43F2-B799-126C1E72BF8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31299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กลุ่ม 39"/>
          <p:cNvGrpSpPr/>
          <p:nvPr/>
        </p:nvGrpSpPr>
        <p:grpSpPr>
          <a:xfrm>
            <a:off x="0" y="-63475"/>
            <a:ext cx="12192000" cy="6984950"/>
            <a:chOff x="0" y="-63475"/>
            <a:chExt cx="12192000" cy="6984950"/>
          </a:xfrm>
        </p:grpSpPr>
        <p:sp>
          <p:nvSpPr>
            <p:cNvPr id="4" name="สี่เหลี่ยมผืนผ้า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2" name="รูปแบบอิสระ 21"/>
            <p:cNvSpPr/>
            <p:nvPr/>
          </p:nvSpPr>
          <p:spPr>
            <a:xfrm>
              <a:off x="0" y="157373"/>
              <a:ext cx="2706975" cy="1684411"/>
            </a:xfrm>
            <a:custGeom>
              <a:avLst/>
              <a:gdLst>
                <a:gd name="connsiteX0" fmla="*/ 1151349 w 2706975"/>
                <a:gd name="connsiteY0" fmla="*/ 419 h 1684411"/>
                <a:gd name="connsiteX1" fmla="*/ 1375016 w 2706975"/>
                <a:gd name="connsiteY1" fmla="*/ 47521 h 1684411"/>
                <a:gd name="connsiteX2" fmla="*/ 1447614 w 2706975"/>
                <a:gd name="connsiteY2" fmla="*/ 88656 h 1684411"/>
                <a:gd name="connsiteX3" fmla="*/ 1452101 w 2706975"/>
                <a:gd name="connsiteY3" fmla="*/ 91198 h 1684411"/>
                <a:gd name="connsiteX4" fmla="*/ 1838015 w 2706975"/>
                <a:gd name="connsiteY4" fmla="*/ 1261 h 1684411"/>
                <a:gd name="connsiteX5" fmla="*/ 1979846 w 2706975"/>
                <a:gd name="connsiteY5" fmla="*/ 21397 h 1684411"/>
                <a:gd name="connsiteX6" fmla="*/ 2247469 w 2706975"/>
                <a:gd name="connsiteY6" fmla="*/ 211822 h 1684411"/>
                <a:gd name="connsiteX7" fmla="*/ 2248926 w 2706975"/>
                <a:gd name="connsiteY7" fmla="*/ 212161 h 1684411"/>
                <a:gd name="connsiteX8" fmla="*/ 2362087 w 2706975"/>
                <a:gd name="connsiteY8" fmla="*/ 238539 h 1684411"/>
                <a:gd name="connsiteX9" fmla="*/ 2590925 w 2706975"/>
                <a:gd name="connsiteY9" fmla="*/ 396634 h 1684411"/>
                <a:gd name="connsiteX10" fmla="*/ 2575552 w 2706975"/>
                <a:gd name="connsiteY10" fmla="*/ 597036 h 1684411"/>
                <a:gd name="connsiteX11" fmla="*/ 2687850 w 2706975"/>
                <a:gd name="connsiteY11" fmla="*/ 903446 h 1684411"/>
                <a:gd name="connsiteX12" fmla="*/ 2161792 w 2706975"/>
                <a:gd name="connsiteY12" fmla="*/ 1171662 h 1684411"/>
                <a:gd name="connsiteX13" fmla="*/ 1973472 w 2706975"/>
                <a:gd name="connsiteY13" fmla="*/ 1401489 h 1684411"/>
                <a:gd name="connsiteX14" fmla="*/ 1332304 w 2706975"/>
                <a:gd name="connsiteY14" fmla="*/ 1429316 h 1684411"/>
                <a:gd name="connsiteX15" fmla="*/ 874112 w 2706975"/>
                <a:gd name="connsiteY15" fmla="*/ 1674499 h 1684411"/>
                <a:gd name="connsiteX16" fmla="*/ 200416 w 2706975"/>
                <a:gd name="connsiteY16" fmla="*/ 1524840 h 1684411"/>
                <a:gd name="connsiteX17" fmla="*/ 65895 w 2706975"/>
                <a:gd name="connsiteY17" fmla="*/ 1560744 h 1684411"/>
                <a:gd name="connsiteX18" fmla="*/ 0 w 2706975"/>
                <a:gd name="connsiteY18" fmla="*/ 1569746 h 1684411"/>
                <a:gd name="connsiteX19" fmla="*/ 0 w 2706975"/>
                <a:gd name="connsiteY19" fmla="*/ 171512 h 1684411"/>
                <a:gd name="connsiteX20" fmla="*/ 37706 w 2706975"/>
                <a:gd name="connsiteY20" fmla="*/ 140793 h 1684411"/>
                <a:gd name="connsiteX21" fmla="*/ 760595 w 2706975"/>
                <a:gd name="connsiteY21" fmla="*/ 128262 h 1684411"/>
                <a:gd name="connsiteX22" fmla="*/ 764128 w 2706975"/>
                <a:gd name="connsiteY22" fmla="*/ 125239 h 1684411"/>
                <a:gd name="connsiteX23" fmla="*/ 815443 w 2706975"/>
                <a:gd name="connsiteY23" fmla="*/ 81325 h 1684411"/>
                <a:gd name="connsiteX24" fmla="*/ 1069275 w 2706975"/>
                <a:gd name="connsiteY24" fmla="*/ 2300 h 1684411"/>
                <a:gd name="connsiteX25" fmla="*/ 1151349 w 2706975"/>
                <a:gd name="connsiteY25" fmla="*/ 419 h 1684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706975" h="1684411">
                  <a:moveTo>
                    <a:pt x="1151349" y="419"/>
                  </a:moveTo>
                  <a:cubicBezTo>
                    <a:pt x="1232660" y="3191"/>
                    <a:pt x="1310563" y="19667"/>
                    <a:pt x="1375016" y="47521"/>
                  </a:cubicBezTo>
                  <a:lnTo>
                    <a:pt x="1447614" y="88656"/>
                  </a:lnTo>
                  <a:lnTo>
                    <a:pt x="1452101" y="91198"/>
                  </a:lnTo>
                  <a:cubicBezTo>
                    <a:pt x="1549260" y="26483"/>
                    <a:pt x="1694086" y="-5634"/>
                    <a:pt x="1838015" y="1261"/>
                  </a:cubicBezTo>
                  <a:cubicBezTo>
                    <a:pt x="1885991" y="3559"/>
                    <a:pt x="1933868" y="10192"/>
                    <a:pt x="1979846" y="21397"/>
                  </a:cubicBezTo>
                  <a:cubicBezTo>
                    <a:pt x="2119985" y="55538"/>
                    <a:pt x="2220472" y="127015"/>
                    <a:pt x="2247469" y="211822"/>
                  </a:cubicBezTo>
                  <a:lnTo>
                    <a:pt x="2248926" y="212161"/>
                  </a:lnTo>
                  <a:lnTo>
                    <a:pt x="2362087" y="238539"/>
                  </a:lnTo>
                  <a:cubicBezTo>
                    <a:pt x="2469159" y="272844"/>
                    <a:pt x="2551555" y="328820"/>
                    <a:pt x="2590925" y="396634"/>
                  </a:cubicBezTo>
                  <a:cubicBezTo>
                    <a:pt x="2629077" y="462266"/>
                    <a:pt x="2623640" y="533548"/>
                    <a:pt x="2575552" y="597036"/>
                  </a:cubicBezTo>
                  <a:cubicBezTo>
                    <a:pt x="2693756" y="684103"/>
                    <a:pt x="2735094" y="796970"/>
                    <a:pt x="2687850" y="903446"/>
                  </a:cubicBezTo>
                  <a:cubicBezTo>
                    <a:pt x="2625046" y="1044998"/>
                    <a:pt x="2417135" y="1151006"/>
                    <a:pt x="2161792" y="1171662"/>
                  </a:cubicBezTo>
                  <a:cubicBezTo>
                    <a:pt x="2160573" y="1260015"/>
                    <a:pt x="2091863" y="1343808"/>
                    <a:pt x="1973472" y="1401489"/>
                  </a:cubicBezTo>
                  <a:cubicBezTo>
                    <a:pt x="1793589" y="1489140"/>
                    <a:pt x="1533747" y="1500404"/>
                    <a:pt x="1332304" y="1429316"/>
                  </a:cubicBezTo>
                  <a:cubicBezTo>
                    <a:pt x="1267156" y="1551420"/>
                    <a:pt x="1092709" y="1644762"/>
                    <a:pt x="874112" y="1674499"/>
                  </a:cubicBezTo>
                  <a:cubicBezTo>
                    <a:pt x="616520" y="1709536"/>
                    <a:pt x="347679" y="1649828"/>
                    <a:pt x="200416" y="1524840"/>
                  </a:cubicBezTo>
                  <a:cubicBezTo>
                    <a:pt x="156969" y="1539670"/>
                    <a:pt x="111898" y="1551603"/>
                    <a:pt x="65895" y="1560744"/>
                  </a:cubicBezTo>
                  <a:lnTo>
                    <a:pt x="0" y="1569746"/>
                  </a:lnTo>
                  <a:lnTo>
                    <a:pt x="0" y="171512"/>
                  </a:lnTo>
                  <a:lnTo>
                    <a:pt x="37706" y="140793"/>
                  </a:lnTo>
                  <a:cubicBezTo>
                    <a:pt x="222026" y="23906"/>
                    <a:pt x="552098" y="11975"/>
                    <a:pt x="760595" y="128262"/>
                  </a:cubicBezTo>
                  <a:lnTo>
                    <a:pt x="764128" y="125239"/>
                  </a:lnTo>
                  <a:lnTo>
                    <a:pt x="815443" y="81325"/>
                  </a:lnTo>
                  <a:cubicBezTo>
                    <a:pt x="879490" y="38816"/>
                    <a:pt x="969373" y="10309"/>
                    <a:pt x="1069275" y="2300"/>
                  </a:cubicBezTo>
                  <a:cubicBezTo>
                    <a:pt x="1096763" y="93"/>
                    <a:pt x="1124245" y="-505"/>
                    <a:pt x="1151349" y="4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เมฆ 8"/>
            <p:cNvSpPr/>
            <p:nvPr/>
          </p:nvSpPr>
          <p:spPr>
            <a:xfrm>
              <a:off x="7998771" y="157373"/>
              <a:ext cx="4049486" cy="1683657"/>
            </a:xfrm>
            <a:prstGeom prst="clou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0" name="เมฆ 9"/>
            <p:cNvSpPr/>
            <p:nvPr/>
          </p:nvSpPr>
          <p:spPr>
            <a:xfrm>
              <a:off x="8723086" y="2691477"/>
              <a:ext cx="3468914" cy="1538521"/>
            </a:xfrm>
            <a:prstGeom prst="clou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1" name="เมฆ 10"/>
            <p:cNvSpPr/>
            <p:nvPr/>
          </p:nvSpPr>
          <p:spPr>
            <a:xfrm>
              <a:off x="4328007" y="2210564"/>
              <a:ext cx="3403599" cy="1770743"/>
            </a:xfrm>
            <a:prstGeom prst="clou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2" name="เมฆ 11"/>
            <p:cNvSpPr/>
            <p:nvPr/>
          </p:nvSpPr>
          <p:spPr>
            <a:xfrm>
              <a:off x="234038" y="2691477"/>
              <a:ext cx="3113313" cy="1770743"/>
            </a:xfrm>
            <a:prstGeom prst="clou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5" name="รูปแบบอิสระ 24"/>
            <p:cNvSpPr/>
            <p:nvPr/>
          </p:nvSpPr>
          <p:spPr>
            <a:xfrm>
              <a:off x="8723086" y="5638204"/>
              <a:ext cx="3117392" cy="1283271"/>
            </a:xfrm>
            <a:custGeom>
              <a:avLst/>
              <a:gdLst>
                <a:gd name="connsiteX0" fmla="*/ 1921400 w 3117392"/>
                <a:gd name="connsiteY0" fmla="*/ 441 h 1283271"/>
                <a:gd name="connsiteX1" fmla="*/ 2093360 w 3117392"/>
                <a:gd name="connsiteY1" fmla="*/ 49979 h 1283271"/>
                <a:gd name="connsiteX2" fmla="*/ 2149174 w 3117392"/>
                <a:gd name="connsiteY2" fmla="*/ 93242 h 1283271"/>
                <a:gd name="connsiteX3" fmla="*/ 2152624 w 3117392"/>
                <a:gd name="connsiteY3" fmla="*/ 95916 h 1283271"/>
                <a:gd name="connsiteX4" fmla="*/ 2449321 w 3117392"/>
                <a:gd name="connsiteY4" fmla="*/ 1327 h 1283271"/>
                <a:gd name="connsiteX5" fmla="*/ 2558363 w 3117392"/>
                <a:gd name="connsiteY5" fmla="*/ 22504 h 1283271"/>
                <a:gd name="connsiteX6" fmla="*/ 2764116 w 3117392"/>
                <a:gd name="connsiteY6" fmla="*/ 222778 h 1283271"/>
                <a:gd name="connsiteX7" fmla="*/ 2765236 w 3117392"/>
                <a:gd name="connsiteY7" fmla="*/ 223135 h 1283271"/>
                <a:gd name="connsiteX8" fmla="*/ 2852236 w 3117392"/>
                <a:gd name="connsiteY8" fmla="*/ 250878 h 1283271"/>
                <a:gd name="connsiteX9" fmla="*/ 3028171 w 3117392"/>
                <a:gd name="connsiteY9" fmla="*/ 417150 h 1283271"/>
                <a:gd name="connsiteX10" fmla="*/ 3016352 w 3117392"/>
                <a:gd name="connsiteY10" fmla="*/ 627918 h 1283271"/>
                <a:gd name="connsiteX11" fmla="*/ 3102688 w 3117392"/>
                <a:gd name="connsiteY11" fmla="*/ 950177 h 1283271"/>
                <a:gd name="connsiteX12" fmla="*/ 2698246 w 3117392"/>
                <a:gd name="connsiteY12" fmla="*/ 1232266 h 1283271"/>
                <a:gd name="connsiteX13" fmla="*/ 2690631 w 3117392"/>
                <a:gd name="connsiteY13" fmla="*/ 1283271 h 1283271"/>
                <a:gd name="connsiteX14" fmla="*/ 87863 w 3117392"/>
                <a:gd name="connsiteY14" fmla="*/ 1283271 h 1283271"/>
                <a:gd name="connsiteX15" fmla="*/ 82631 w 3117392"/>
                <a:gd name="connsiteY15" fmla="*/ 1275141 h 1283271"/>
                <a:gd name="connsiteX16" fmla="*/ 154915 w 3117392"/>
                <a:gd name="connsiteY16" fmla="*/ 1041542 h 1283271"/>
                <a:gd name="connsiteX17" fmla="*/ 2276 w 3117392"/>
                <a:gd name="connsiteY17" fmla="*/ 801877 h 1283271"/>
                <a:gd name="connsiteX18" fmla="*/ 281032 w 3117392"/>
                <a:gd name="connsiteY18" fmla="*/ 588855 h 1283271"/>
                <a:gd name="connsiteX19" fmla="*/ 283699 w 3117392"/>
                <a:gd name="connsiteY19" fmla="*/ 583239 h 1283271"/>
                <a:gd name="connsiteX20" fmla="*/ 407871 w 3117392"/>
                <a:gd name="connsiteY20" fmla="*/ 277335 h 1283271"/>
                <a:gd name="connsiteX21" fmla="*/ 1011940 w 3117392"/>
                <a:gd name="connsiteY21" fmla="*/ 207448 h 1283271"/>
                <a:gd name="connsiteX22" fmla="*/ 1012056 w 3117392"/>
                <a:gd name="connsiteY22" fmla="*/ 207319 h 1283271"/>
                <a:gd name="connsiteX23" fmla="*/ 1065213 w 3117392"/>
                <a:gd name="connsiteY23" fmla="*/ 148076 h 1283271"/>
                <a:gd name="connsiteX24" fmla="*/ 1620982 w 3117392"/>
                <a:gd name="connsiteY24" fmla="*/ 134897 h 1283271"/>
                <a:gd name="connsiteX25" fmla="*/ 1623699 w 3117392"/>
                <a:gd name="connsiteY25" fmla="*/ 131717 h 1283271"/>
                <a:gd name="connsiteX26" fmla="*/ 1663151 w 3117392"/>
                <a:gd name="connsiteY26" fmla="*/ 85532 h 1283271"/>
                <a:gd name="connsiteX27" fmla="*/ 1858300 w 3117392"/>
                <a:gd name="connsiteY27" fmla="*/ 2419 h 1283271"/>
                <a:gd name="connsiteX28" fmla="*/ 1921400 w 3117392"/>
                <a:gd name="connsiteY28" fmla="*/ 441 h 1283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117392" h="1283271">
                  <a:moveTo>
                    <a:pt x="1921400" y="441"/>
                  </a:moveTo>
                  <a:cubicBezTo>
                    <a:pt x="1983913" y="3357"/>
                    <a:pt x="2043807" y="20684"/>
                    <a:pt x="2093360" y="49979"/>
                  </a:cubicBezTo>
                  <a:lnTo>
                    <a:pt x="2149174" y="93242"/>
                  </a:lnTo>
                  <a:lnTo>
                    <a:pt x="2152624" y="95916"/>
                  </a:lnTo>
                  <a:cubicBezTo>
                    <a:pt x="2227322" y="27853"/>
                    <a:pt x="2338666" y="-5925"/>
                    <a:pt x="2449321" y="1327"/>
                  </a:cubicBezTo>
                  <a:cubicBezTo>
                    <a:pt x="2486206" y="3744"/>
                    <a:pt x="2523014" y="10720"/>
                    <a:pt x="2558363" y="22504"/>
                  </a:cubicBezTo>
                  <a:cubicBezTo>
                    <a:pt x="2666104" y="58411"/>
                    <a:pt x="2743360" y="133585"/>
                    <a:pt x="2764116" y="222778"/>
                  </a:cubicBezTo>
                  <a:lnTo>
                    <a:pt x="2765236" y="223135"/>
                  </a:lnTo>
                  <a:lnTo>
                    <a:pt x="2852236" y="250878"/>
                  </a:lnTo>
                  <a:cubicBezTo>
                    <a:pt x="2934555" y="286957"/>
                    <a:pt x="2997902" y="345829"/>
                    <a:pt x="3028171" y="417150"/>
                  </a:cubicBezTo>
                  <a:cubicBezTo>
                    <a:pt x="3057502" y="486176"/>
                    <a:pt x="3053322" y="561146"/>
                    <a:pt x="3016352" y="627918"/>
                  </a:cubicBezTo>
                  <a:cubicBezTo>
                    <a:pt x="3107229" y="719488"/>
                    <a:pt x="3139010" y="838193"/>
                    <a:pt x="3102688" y="950177"/>
                  </a:cubicBezTo>
                  <a:cubicBezTo>
                    <a:pt x="3054404" y="1099050"/>
                    <a:pt x="2894558" y="1210541"/>
                    <a:pt x="2698246" y="1232266"/>
                  </a:cubicBezTo>
                  <a:lnTo>
                    <a:pt x="2690631" y="1283271"/>
                  </a:lnTo>
                  <a:lnTo>
                    <a:pt x="87863" y="1283271"/>
                  </a:lnTo>
                  <a:lnTo>
                    <a:pt x="82631" y="1275141"/>
                  </a:lnTo>
                  <a:cubicBezTo>
                    <a:pt x="51570" y="1192875"/>
                    <a:pt x="79028" y="1104092"/>
                    <a:pt x="154915" y="1041542"/>
                  </a:cubicBezTo>
                  <a:cubicBezTo>
                    <a:pt x="47246" y="992478"/>
                    <a:pt x="-12714" y="898325"/>
                    <a:pt x="2276" y="801877"/>
                  </a:cubicBezTo>
                  <a:cubicBezTo>
                    <a:pt x="19860" y="688951"/>
                    <a:pt x="135600" y="600496"/>
                    <a:pt x="281032" y="588855"/>
                  </a:cubicBezTo>
                  <a:cubicBezTo>
                    <a:pt x="281897" y="586969"/>
                    <a:pt x="282834" y="585125"/>
                    <a:pt x="283699" y="583239"/>
                  </a:cubicBezTo>
                  <a:cubicBezTo>
                    <a:pt x="264169" y="472035"/>
                    <a:pt x="309715" y="359888"/>
                    <a:pt x="407871" y="277335"/>
                  </a:cubicBezTo>
                  <a:cubicBezTo>
                    <a:pt x="562960" y="146948"/>
                    <a:pt x="814404" y="117886"/>
                    <a:pt x="1011940" y="207448"/>
                  </a:cubicBezTo>
                  <a:lnTo>
                    <a:pt x="1012056" y="207319"/>
                  </a:lnTo>
                  <a:lnTo>
                    <a:pt x="1065213" y="148076"/>
                  </a:lnTo>
                  <a:cubicBezTo>
                    <a:pt x="1206921" y="25143"/>
                    <a:pt x="1460686" y="12595"/>
                    <a:pt x="1620982" y="134897"/>
                  </a:cubicBezTo>
                  <a:lnTo>
                    <a:pt x="1623699" y="131717"/>
                  </a:lnTo>
                  <a:lnTo>
                    <a:pt x="1663151" y="85532"/>
                  </a:lnTo>
                  <a:cubicBezTo>
                    <a:pt x="1712391" y="40824"/>
                    <a:pt x="1781494" y="10842"/>
                    <a:pt x="1858300" y="2419"/>
                  </a:cubicBezTo>
                  <a:cubicBezTo>
                    <a:pt x="1879434" y="98"/>
                    <a:pt x="1900562" y="-531"/>
                    <a:pt x="1921400" y="44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5" name="รูปแบบอิสระ 34"/>
            <p:cNvSpPr/>
            <p:nvPr/>
          </p:nvSpPr>
          <p:spPr>
            <a:xfrm>
              <a:off x="4652777" y="5775048"/>
              <a:ext cx="3117394" cy="1114689"/>
            </a:xfrm>
            <a:custGeom>
              <a:avLst/>
              <a:gdLst>
                <a:gd name="connsiteX0" fmla="*/ 1921402 w 3117394"/>
                <a:gd name="connsiteY0" fmla="*/ 441 h 1114689"/>
                <a:gd name="connsiteX1" fmla="*/ 2093361 w 3117394"/>
                <a:gd name="connsiteY1" fmla="*/ 49979 h 1114689"/>
                <a:gd name="connsiteX2" fmla="*/ 2149175 w 3117394"/>
                <a:gd name="connsiteY2" fmla="*/ 93242 h 1114689"/>
                <a:gd name="connsiteX3" fmla="*/ 2152625 w 3117394"/>
                <a:gd name="connsiteY3" fmla="*/ 95916 h 1114689"/>
                <a:gd name="connsiteX4" fmla="*/ 2449322 w 3117394"/>
                <a:gd name="connsiteY4" fmla="*/ 1327 h 1114689"/>
                <a:gd name="connsiteX5" fmla="*/ 2558364 w 3117394"/>
                <a:gd name="connsiteY5" fmla="*/ 22504 h 1114689"/>
                <a:gd name="connsiteX6" fmla="*/ 2764117 w 3117394"/>
                <a:gd name="connsiteY6" fmla="*/ 222778 h 1114689"/>
                <a:gd name="connsiteX7" fmla="*/ 2765237 w 3117394"/>
                <a:gd name="connsiteY7" fmla="*/ 223135 h 1114689"/>
                <a:gd name="connsiteX8" fmla="*/ 2852237 w 3117394"/>
                <a:gd name="connsiteY8" fmla="*/ 250878 h 1114689"/>
                <a:gd name="connsiteX9" fmla="*/ 3028172 w 3117394"/>
                <a:gd name="connsiteY9" fmla="*/ 417150 h 1114689"/>
                <a:gd name="connsiteX10" fmla="*/ 3016353 w 3117394"/>
                <a:gd name="connsiteY10" fmla="*/ 627918 h 1114689"/>
                <a:gd name="connsiteX11" fmla="*/ 3102690 w 3117394"/>
                <a:gd name="connsiteY11" fmla="*/ 950177 h 1114689"/>
                <a:gd name="connsiteX12" fmla="*/ 3046732 w 3117394"/>
                <a:gd name="connsiteY12" fmla="*/ 1054004 h 1114689"/>
                <a:gd name="connsiteX13" fmla="*/ 2981861 w 3117394"/>
                <a:gd name="connsiteY13" fmla="*/ 1114689 h 1114689"/>
                <a:gd name="connsiteX14" fmla="*/ 96503 w 3117394"/>
                <a:gd name="connsiteY14" fmla="*/ 1114689 h 1114689"/>
                <a:gd name="connsiteX15" fmla="*/ 107239 w 3117394"/>
                <a:gd name="connsiteY15" fmla="*/ 1092861 h 1114689"/>
                <a:gd name="connsiteX16" fmla="*/ 154916 w 3117394"/>
                <a:gd name="connsiteY16" fmla="*/ 1041542 h 1114689"/>
                <a:gd name="connsiteX17" fmla="*/ 2276 w 3117394"/>
                <a:gd name="connsiteY17" fmla="*/ 801877 h 1114689"/>
                <a:gd name="connsiteX18" fmla="*/ 281034 w 3117394"/>
                <a:gd name="connsiteY18" fmla="*/ 588855 h 1114689"/>
                <a:gd name="connsiteX19" fmla="*/ 283700 w 3117394"/>
                <a:gd name="connsiteY19" fmla="*/ 583239 h 1114689"/>
                <a:gd name="connsiteX20" fmla="*/ 407872 w 3117394"/>
                <a:gd name="connsiteY20" fmla="*/ 277335 h 1114689"/>
                <a:gd name="connsiteX21" fmla="*/ 1011942 w 3117394"/>
                <a:gd name="connsiteY21" fmla="*/ 207448 h 1114689"/>
                <a:gd name="connsiteX22" fmla="*/ 1012057 w 3117394"/>
                <a:gd name="connsiteY22" fmla="*/ 207319 h 1114689"/>
                <a:gd name="connsiteX23" fmla="*/ 1065214 w 3117394"/>
                <a:gd name="connsiteY23" fmla="*/ 148076 h 1114689"/>
                <a:gd name="connsiteX24" fmla="*/ 1620983 w 3117394"/>
                <a:gd name="connsiteY24" fmla="*/ 134897 h 1114689"/>
                <a:gd name="connsiteX25" fmla="*/ 1623700 w 3117394"/>
                <a:gd name="connsiteY25" fmla="*/ 131717 h 1114689"/>
                <a:gd name="connsiteX26" fmla="*/ 1663152 w 3117394"/>
                <a:gd name="connsiteY26" fmla="*/ 85532 h 1114689"/>
                <a:gd name="connsiteX27" fmla="*/ 1858301 w 3117394"/>
                <a:gd name="connsiteY27" fmla="*/ 2419 h 1114689"/>
                <a:gd name="connsiteX28" fmla="*/ 1921402 w 3117394"/>
                <a:gd name="connsiteY28" fmla="*/ 441 h 111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117394" h="1114689">
                  <a:moveTo>
                    <a:pt x="1921402" y="441"/>
                  </a:moveTo>
                  <a:cubicBezTo>
                    <a:pt x="1983915" y="3357"/>
                    <a:pt x="2043808" y="20684"/>
                    <a:pt x="2093361" y="49979"/>
                  </a:cubicBezTo>
                  <a:lnTo>
                    <a:pt x="2149175" y="93242"/>
                  </a:lnTo>
                  <a:lnTo>
                    <a:pt x="2152625" y="95916"/>
                  </a:lnTo>
                  <a:cubicBezTo>
                    <a:pt x="2227323" y="27853"/>
                    <a:pt x="2338667" y="-5925"/>
                    <a:pt x="2449322" y="1327"/>
                  </a:cubicBezTo>
                  <a:cubicBezTo>
                    <a:pt x="2486207" y="3744"/>
                    <a:pt x="2523015" y="10720"/>
                    <a:pt x="2558364" y="22504"/>
                  </a:cubicBezTo>
                  <a:cubicBezTo>
                    <a:pt x="2666105" y="58411"/>
                    <a:pt x="2743362" y="133585"/>
                    <a:pt x="2764117" y="222778"/>
                  </a:cubicBezTo>
                  <a:lnTo>
                    <a:pt x="2765237" y="223135"/>
                  </a:lnTo>
                  <a:lnTo>
                    <a:pt x="2852237" y="250878"/>
                  </a:lnTo>
                  <a:cubicBezTo>
                    <a:pt x="2934556" y="286957"/>
                    <a:pt x="2997904" y="345829"/>
                    <a:pt x="3028172" y="417150"/>
                  </a:cubicBezTo>
                  <a:cubicBezTo>
                    <a:pt x="3057503" y="486176"/>
                    <a:pt x="3053324" y="561146"/>
                    <a:pt x="3016353" y="627918"/>
                  </a:cubicBezTo>
                  <a:cubicBezTo>
                    <a:pt x="3107230" y="719488"/>
                    <a:pt x="3139012" y="838193"/>
                    <a:pt x="3102690" y="950177"/>
                  </a:cubicBezTo>
                  <a:cubicBezTo>
                    <a:pt x="3090618" y="987395"/>
                    <a:pt x="3071575" y="1022277"/>
                    <a:pt x="3046732" y="1054004"/>
                  </a:cubicBezTo>
                  <a:lnTo>
                    <a:pt x="2981861" y="1114689"/>
                  </a:lnTo>
                  <a:lnTo>
                    <a:pt x="96503" y="1114689"/>
                  </a:lnTo>
                  <a:lnTo>
                    <a:pt x="107239" y="1092861"/>
                  </a:lnTo>
                  <a:cubicBezTo>
                    <a:pt x="119999" y="1074456"/>
                    <a:pt x="135944" y="1057179"/>
                    <a:pt x="154916" y="1041542"/>
                  </a:cubicBezTo>
                  <a:cubicBezTo>
                    <a:pt x="47247" y="992478"/>
                    <a:pt x="-12714" y="898325"/>
                    <a:pt x="2276" y="801877"/>
                  </a:cubicBezTo>
                  <a:cubicBezTo>
                    <a:pt x="19861" y="688951"/>
                    <a:pt x="135602" y="600496"/>
                    <a:pt x="281034" y="588855"/>
                  </a:cubicBezTo>
                  <a:cubicBezTo>
                    <a:pt x="281899" y="586969"/>
                    <a:pt x="282835" y="585125"/>
                    <a:pt x="283700" y="583239"/>
                  </a:cubicBezTo>
                  <a:cubicBezTo>
                    <a:pt x="264170" y="472035"/>
                    <a:pt x="309717" y="359888"/>
                    <a:pt x="407872" y="277335"/>
                  </a:cubicBezTo>
                  <a:cubicBezTo>
                    <a:pt x="562961" y="146948"/>
                    <a:pt x="814405" y="117886"/>
                    <a:pt x="1011942" y="207448"/>
                  </a:cubicBezTo>
                  <a:lnTo>
                    <a:pt x="1012057" y="207319"/>
                  </a:lnTo>
                  <a:lnTo>
                    <a:pt x="1065214" y="148076"/>
                  </a:lnTo>
                  <a:cubicBezTo>
                    <a:pt x="1206922" y="25143"/>
                    <a:pt x="1460687" y="12595"/>
                    <a:pt x="1620983" y="134897"/>
                  </a:cubicBezTo>
                  <a:lnTo>
                    <a:pt x="1623700" y="131717"/>
                  </a:lnTo>
                  <a:lnTo>
                    <a:pt x="1663152" y="85532"/>
                  </a:lnTo>
                  <a:cubicBezTo>
                    <a:pt x="1712392" y="40824"/>
                    <a:pt x="1781496" y="10842"/>
                    <a:pt x="1858301" y="2419"/>
                  </a:cubicBezTo>
                  <a:cubicBezTo>
                    <a:pt x="1879435" y="98"/>
                    <a:pt x="1900564" y="-531"/>
                    <a:pt x="1921402" y="44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3" name="รูปแบบอิสระ 32"/>
            <p:cNvSpPr/>
            <p:nvPr/>
          </p:nvSpPr>
          <p:spPr>
            <a:xfrm>
              <a:off x="582469" y="5750264"/>
              <a:ext cx="3117393" cy="1139473"/>
            </a:xfrm>
            <a:custGeom>
              <a:avLst/>
              <a:gdLst>
                <a:gd name="connsiteX0" fmla="*/ 1921401 w 3117393"/>
                <a:gd name="connsiteY0" fmla="*/ 441 h 1139473"/>
                <a:gd name="connsiteX1" fmla="*/ 2093360 w 3117393"/>
                <a:gd name="connsiteY1" fmla="*/ 49979 h 1139473"/>
                <a:gd name="connsiteX2" fmla="*/ 2149174 w 3117393"/>
                <a:gd name="connsiteY2" fmla="*/ 93242 h 1139473"/>
                <a:gd name="connsiteX3" fmla="*/ 2152624 w 3117393"/>
                <a:gd name="connsiteY3" fmla="*/ 95916 h 1139473"/>
                <a:gd name="connsiteX4" fmla="*/ 2449321 w 3117393"/>
                <a:gd name="connsiteY4" fmla="*/ 1327 h 1139473"/>
                <a:gd name="connsiteX5" fmla="*/ 2558364 w 3117393"/>
                <a:gd name="connsiteY5" fmla="*/ 22504 h 1139473"/>
                <a:gd name="connsiteX6" fmla="*/ 2764116 w 3117393"/>
                <a:gd name="connsiteY6" fmla="*/ 222778 h 1139473"/>
                <a:gd name="connsiteX7" fmla="*/ 2765236 w 3117393"/>
                <a:gd name="connsiteY7" fmla="*/ 223135 h 1139473"/>
                <a:gd name="connsiteX8" fmla="*/ 2852236 w 3117393"/>
                <a:gd name="connsiteY8" fmla="*/ 250878 h 1139473"/>
                <a:gd name="connsiteX9" fmla="*/ 3028171 w 3117393"/>
                <a:gd name="connsiteY9" fmla="*/ 417150 h 1139473"/>
                <a:gd name="connsiteX10" fmla="*/ 3016352 w 3117393"/>
                <a:gd name="connsiteY10" fmla="*/ 627918 h 1139473"/>
                <a:gd name="connsiteX11" fmla="*/ 3102689 w 3117393"/>
                <a:gd name="connsiteY11" fmla="*/ 950177 h 1139473"/>
                <a:gd name="connsiteX12" fmla="*/ 2955978 w 3117393"/>
                <a:gd name="connsiteY12" fmla="*/ 1138902 h 1139473"/>
                <a:gd name="connsiteX13" fmla="*/ 2954869 w 3117393"/>
                <a:gd name="connsiteY13" fmla="*/ 1139473 h 1139473"/>
                <a:gd name="connsiteX14" fmla="*/ 84311 w 3117393"/>
                <a:gd name="connsiteY14" fmla="*/ 1139473 h 1139473"/>
                <a:gd name="connsiteX15" fmla="*/ 107238 w 3117393"/>
                <a:gd name="connsiteY15" fmla="*/ 1092861 h 1139473"/>
                <a:gd name="connsiteX16" fmla="*/ 154915 w 3117393"/>
                <a:gd name="connsiteY16" fmla="*/ 1041542 h 1139473"/>
                <a:gd name="connsiteX17" fmla="*/ 2276 w 3117393"/>
                <a:gd name="connsiteY17" fmla="*/ 801877 h 1139473"/>
                <a:gd name="connsiteX18" fmla="*/ 281033 w 3117393"/>
                <a:gd name="connsiteY18" fmla="*/ 588855 h 1139473"/>
                <a:gd name="connsiteX19" fmla="*/ 283699 w 3117393"/>
                <a:gd name="connsiteY19" fmla="*/ 583239 h 1139473"/>
                <a:gd name="connsiteX20" fmla="*/ 407872 w 3117393"/>
                <a:gd name="connsiteY20" fmla="*/ 277335 h 1139473"/>
                <a:gd name="connsiteX21" fmla="*/ 1011941 w 3117393"/>
                <a:gd name="connsiteY21" fmla="*/ 207448 h 1139473"/>
                <a:gd name="connsiteX22" fmla="*/ 1012056 w 3117393"/>
                <a:gd name="connsiteY22" fmla="*/ 207319 h 1139473"/>
                <a:gd name="connsiteX23" fmla="*/ 1065213 w 3117393"/>
                <a:gd name="connsiteY23" fmla="*/ 148076 h 1139473"/>
                <a:gd name="connsiteX24" fmla="*/ 1620983 w 3117393"/>
                <a:gd name="connsiteY24" fmla="*/ 134897 h 1139473"/>
                <a:gd name="connsiteX25" fmla="*/ 1623699 w 3117393"/>
                <a:gd name="connsiteY25" fmla="*/ 131717 h 1139473"/>
                <a:gd name="connsiteX26" fmla="*/ 1663151 w 3117393"/>
                <a:gd name="connsiteY26" fmla="*/ 85532 h 1139473"/>
                <a:gd name="connsiteX27" fmla="*/ 1858300 w 3117393"/>
                <a:gd name="connsiteY27" fmla="*/ 2419 h 1139473"/>
                <a:gd name="connsiteX28" fmla="*/ 1921401 w 3117393"/>
                <a:gd name="connsiteY28" fmla="*/ 441 h 1139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117393" h="1139473">
                  <a:moveTo>
                    <a:pt x="1921401" y="441"/>
                  </a:moveTo>
                  <a:cubicBezTo>
                    <a:pt x="1983914" y="3357"/>
                    <a:pt x="2043807" y="20684"/>
                    <a:pt x="2093360" y="49979"/>
                  </a:cubicBezTo>
                  <a:lnTo>
                    <a:pt x="2149174" y="93242"/>
                  </a:lnTo>
                  <a:lnTo>
                    <a:pt x="2152624" y="95916"/>
                  </a:lnTo>
                  <a:cubicBezTo>
                    <a:pt x="2227322" y="27853"/>
                    <a:pt x="2338666" y="-5925"/>
                    <a:pt x="2449321" y="1327"/>
                  </a:cubicBezTo>
                  <a:cubicBezTo>
                    <a:pt x="2486206" y="3744"/>
                    <a:pt x="2523015" y="10720"/>
                    <a:pt x="2558364" y="22504"/>
                  </a:cubicBezTo>
                  <a:cubicBezTo>
                    <a:pt x="2666104" y="58411"/>
                    <a:pt x="2743361" y="133585"/>
                    <a:pt x="2764116" y="222778"/>
                  </a:cubicBezTo>
                  <a:lnTo>
                    <a:pt x="2765236" y="223135"/>
                  </a:lnTo>
                  <a:lnTo>
                    <a:pt x="2852236" y="250878"/>
                  </a:lnTo>
                  <a:cubicBezTo>
                    <a:pt x="2934555" y="286957"/>
                    <a:pt x="2997903" y="345829"/>
                    <a:pt x="3028171" y="417150"/>
                  </a:cubicBezTo>
                  <a:cubicBezTo>
                    <a:pt x="3057502" y="486176"/>
                    <a:pt x="3053323" y="561146"/>
                    <a:pt x="3016352" y="627918"/>
                  </a:cubicBezTo>
                  <a:cubicBezTo>
                    <a:pt x="3107229" y="719488"/>
                    <a:pt x="3139011" y="838193"/>
                    <a:pt x="3102689" y="950177"/>
                  </a:cubicBezTo>
                  <a:cubicBezTo>
                    <a:pt x="3078546" y="1024614"/>
                    <a:pt x="3026514" y="1089705"/>
                    <a:pt x="2955978" y="1138902"/>
                  </a:cubicBezTo>
                  <a:lnTo>
                    <a:pt x="2954869" y="1139473"/>
                  </a:lnTo>
                  <a:lnTo>
                    <a:pt x="84311" y="1139473"/>
                  </a:lnTo>
                  <a:lnTo>
                    <a:pt x="107238" y="1092861"/>
                  </a:lnTo>
                  <a:cubicBezTo>
                    <a:pt x="119998" y="1074456"/>
                    <a:pt x="135943" y="1057179"/>
                    <a:pt x="154915" y="1041542"/>
                  </a:cubicBezTo>
                  <a:cubicBezTo>
                    <a:pt x="47246" y="992478"/>
                    <a:pt x="-12714" y="898325"/>
                    <a:pt x="2276" y="801877"/>
                  </a:cubicBezTo>
                  <a:cubicBezTo>
                    <a:pt x="19860" y="688951"/>
                    <a:pt x="135601" y="600496"/>
                    <a:pt x="281033" y="588855"/>
                  </a:cubicBezTo>
                  <a:cubicBezTo>
                    <a:pt x="281897" y="586969"/>
                    <a:pt x="282835" y="585125"/>
                    <a:pt x="283699" y="583239"/>
                  </a:cubicBezTo>
                  <a:cubicBezTo>
                    <a:pt x="264169" y="472035"/>
                    <a:pt x="309716" y="359888"/>
                    <a:pt x="407872" y="277335"/>
                  </a:cubicBezTo>
                  <a:cubicBezTo>
                    <a:pt x="562961" y="146948"/>
                    <a:pt x="814404" y="117886"/>
                    <a:pt x="1011941" y="207448"/>
                  </a:cubicBezTo>
                  <a:lnTo>
                    <a:pt x="1012056" y="207319"/>
                  </a:lnTo>
                  <a:lnTo>
                    <a:pt x="1065213" y="148076"/>
                  </a:lnTo>
                  <a:cubicBezTo>
                    <a:pt x="1206921" y="25143"/>
                    <a:pt x="1460687" y="12595"/>
                    <a:pt x="1620983" y="134897"/>
                  </a:cubicBezTo>
                  <a:lnTo>
                    <a:pt x="1623699" y="131717"/>
                  </a:lnTo>
                  <a:lnTo>
                    <a:pt x="1663151" y="85532"/>
                  </a:lnTo>
                  <a:cubicBezTo>
                    <a:pt x="1712391" y="40824"/>
                    <a:pt x="1781495" y="10842"/>
                    <a:pt x="1858300" y="2419"/>
                  </a:cubicBezTo>
                  <a:cubicBezTo>
                    <a:pt x="1879434" y="98"/>
                    <a:pt x="1900563" y="-531"/>
                    <a:pt x="1921401" y="44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9" name="รูปแบบอิสระ 38"/>
            <p:cNvSpPr/>
            <p:nvPr/>
          </p:nvSpPr>
          <p:spPr>
            <a:xfrm>
              <a:off x="4041428" y="-63475"/>
              <a:ext cx="3408059" cy="1241177"/>
            </a:xfrm>
            <a:custGeom>
              <a:avLst/>
              <a:gdLst>
                <a:gd name="connsiteX0" fmla="*/ 308315 w 3408059"/>
                <a:gd name="connsiteY0" fmla="*/ 0 h 1241177"/>
                <a:gd name="connsiteX1" fmla="*/ 3328993 w 3408059"/>
                <a:gd name="connsiteY1" fmla="*/ 0 h 1241177"/>
                <a:gd name="connsiteX2" fmla="*/ 3297597 w 3408059"/>
                <a:gd name="connsiteY2" fmla="*/ 97558 h 1241177"/>
                <a:gd name="connsiteX3" fmla="*/ 3391984 w 3408059"/>
                <a:gd name="connsiteY3" fmla="*/ 419817 h 1241177"/>
                <a:gd name="connsiteX4" fmla="*/ 2949832 w 3408059"/>
                <a:gd name="connsiteY4" fmla="*/ 701907 h 1241177"/>
                <a:gd name="connsiteX5" fmla="*/ 2791548 w 3408059"/>
                <a:gd name="connsiteY5" fmla="*/ 943621 h 1241177"/>
                <a:gd name="connsiteX6" fmla="*/ 2252645 w 3408059"/>
                <a:gd name="connsiteY6" fmla="*/ 972888 h 1241177"/>
                <a:gd name="connsiteX7" fmla="*/ 1867534 w 3408059"/>
                <a:gd name="connsiteY7" fmla="*/ 1230752 h 1241177"/>
                <a:gd name="connsiteX8" fmla="*/ 1301292 w 3408059"/>
                <a:gd name="connsiteY8" fmla="*/ 1073353 h 1241177"/>
                <a:gd name="connsiteX9" fmla="*/ 460162 w 3408059"/>
                <a:gd name="connsiteY9" fmla="*/ 917839 h 1241177"/>
                <a:gd name="connsiteX10" fmla="*/ 90336 w 3408059"/>
                <a:gd name="connsiteY10" fmla="*/ 744781 h 1241177"/>
                <a:gd name="connsiteX11" fmla="*/ 169359 w 3408059"/>
                <a:gd name="connsiteY11" fmla="*/ 511183 h 1241177"/>
                <a:gd name="connsiteX12" fmla="*/ 2488 w 3408059"/>
                <a:gd name="connsiteY12" fmla="*/ 271518 h 1241177"/>
                <a:gd name="connsiteX13" fmla="*/ 307237 w 3408059"/>
                <a:gd name="connsiteY13" fmla="*/ 58496 h 1241177"/>
                <a:gd name="connsiteX14" fmla="*/ 310152 w 3408059"/>
                <a:gd name="connsiteY14" fmla="*/ 52880 h 1241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08059" h="1241177">
                  <a:moveTo>
                    <a:pt x="308315" y="0"/>
                  </a:moveTo>
                  <a:lnTo>
                    <a:pt x="3328993" y="0"/>
                  </a:lnTo>
                  <a:lnTo>
                    <a:pt x="3297597" y="97558"/>
                  </a:lnTo>
                  <a:cubicBezTo>
                    <a:pt x="3396948" y="189129"/>
                    <a:pt x="3431693" y="307834"/>
                    <a:pt x="3391984" y="419817"/>
                  </a:cubicBezTo>
                  <a:cubicBezTo>
                    <a:pt x="3339197" y="568691"/>
                    <a:pt x="3164447" y="680182"/>
                    <a:pt x="2949832" y="701907"/>
                  </a:cubicBezTo>
                  <a:cubicBezTo>
                    <a:pt x="2948807" y="794830"/>
                    <a:pt x="2891056" y="882957"/>
                    <a:pt x="2791548" y="943621"/>
                  </a:cubicBezTo>
                  <a:cubicBezTo>
                    <a:pt x="2640356" y="1035806"/>
                    <a:pt x="2421959" y="1047652"/>
                    <a:pt x="2252645" y="972888"/>
                  </a:cubicBezTo>
                  <a:cubicBezTo>
                    <a:pt x="2197888" y="1101307"/>
                    <a:pt x="2051266" y="1199477"/>
                    <a:pt x="1867534" y="1230752"/>
                  </a:cubicBezTo>
                  <a:cubicBezTo>
                    <a:pt x="1651028" y="1267602"/>
                    <a:pt x="1425067" y="1204806"/>
                    <a:pt x="1301292" y="1073353"/>
                  </a:cubicBezTo>
                  <a:cubicBezTo>
                    <a:pt x="1009150" y="1198124"/>
                    <a:pt x="629712" y="1127992"/>
                    <a:pt x="460162" y="917839"/>
                  </a:cubicBezTo>
                  <a:cubicBezTo>
                    <a:pt x="293606" y="931652"/>
                    <a:pt x="137214" y="858486"/>
                    <a:pt x="90336" y="744781"/>
                  </a:cubicBezTo>
                  <a:cubicBezTo>
                    <a:pt x="56379" y="662516"/>
                    <a:pt x="86396" y="573733"/>
                    <a:pt x="169359" y="511183"/>
                  </a:cubicBezTo>
                  <a:cubicBezTo>
                    <a:pt x="51651" y="462118"/>
                    <a:pt x="-13900" y="367966"/>
                    <a:pt x="2488" y="271518"/>
                  </a:cubicBezTo>
                  <a:cubicBezTo>
                    <a:pt x="21712" y="158592"/>
                    <a:pt x="148244" y="70137"/>
                    <a:pt x="307237" y="58496"/>
                  </a:cubicBezTo>
                  <a:cubicBezTo>
                    <a:pt x="308182" y="56610"/>
                    <a:pt x="309206" y="54766"/>
                    <a:pt x="310152" y="528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2783478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236220" y="251460"/>
            <a:ext cx="6438900" cy="123825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4800" b="1" dirty="0" smtClean="0">
                <a:solidFill>
                  <a:schemeClr val="tx1"/>
                </a:solidFill>
                <a:latin typeface="Mali" panose="00000500000000000000" pitchFamily="2" charset="-34"/>
                <a:cs typeface="Mali" panose="00000500000000000000" pitchFamily="2" charset="-34"/>
              </a:rPr>
              <a:t>เริ่มเกม</a:t>
            </a:r>
            <a:endParaRPr lang="th-TH" sz="4800" b="1" dirty="0">
              <a:solidFill>
                <a:schemeClr val="tx1"/>
              </a:solidFill>
              <a:latin typeface="Mali" panose="00000500000000000000" pitchFamily="2" charset="-34"/>
              <a:cs typeface="Mali" panose="00000500000000000000" pitchFamily="2" charset="-34"/>
            </a:endParaRPr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236220" y="1648460"/>
            <a:ext cx="6438900" cy="123825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4800" b="1" dirty="0" smtClean="0">
                <a:solidFill>
                  <a:schemeClr val="tx1"/>
                </a:solidFill>
                <a:latin typeface="Mali" panose="00000500000000000000" pitchFamily="2" charset="-34"/>
                <a:cs typeface="Mali" panose="00000500000000000000" pitchFamily="2" charset="-34"/>
              </a:rPr>
              <a:t>วิธีการเล่น</a:t>
            </a:r>
            <a:endParaRPr lang="th-TH" sz="4800" b="1" dirty="0">
              <a:solidFill>
                <a:schemeClr val="tx1"/>
              </a:solidFill>
              <a:latin typeface="Mali" panose="00000500000000000000" pitchFamily="2" charset="-34"/>
              <a:cs typeface="Mali" panose="00000500000000000000" pitchFamily="2" charset="-34"/>
            </a:endParaRPr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236220" y="3045460"/>
            <a:ext cx="6438900" cy="123825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4800" b="1" dirty="0" smtClean="0">
                <a:solidFill>
                  <a:schemeClr val="tx1"/>
                </a:solidFill>
                <a:latin typeface="Mali" panose="00000500000000000000" pitchFamily="2" charset="-34"/>
                <a:cs typeface="Mali" panose="00000500000000000000" pitchFamily="2" charset="-34"/>
              </a:rPr>
              <a:t>เครดิต</a:t>
            </a:r>
            <a:endParaRPr lang="th-TH" sz="4800" b="1" dirty="0">
              <a:solidFill>
                <a:schemeClr val="tx1"/>
              </a:solidFill>
              <a:latin typeface="Mali" panose="00000500000000000000" pitchFamily="2" charset="-34"/>
              <a:cs typeface="Mali" panose="00000500000000000000" pitchFamily="2" charset="-34"/>
            </a:endParaRPr>
          </a:p>
        </p:txBody>
      </p:sp>
      <p:sp>
        <p:nvSpPr>
          <p:cNvPr id="8" name="สี่เหลี่ยมผืนผ้า 7"/>
          <p:cNvSpPr/>
          <p:nvPr/>
        </p:nvSpPr>
        <p:spPr>
          <a:xfrm>
            <a:off x="236220" y="4442460"/>
            <a:ext cx="6438900" cy="123825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4800" b="1" dirty="0" smtClean="0">
                <a:solidFill>
                  <a:schemeClr val="tx1"/>
                </a:solidFill>
                <a:latin typeface="Mali" panose="00000500000000000000" pitchFamily="2" charset="-34"/>
                <a:cs typeface="Mali" panose="00000500000000000000" pitchFamily="2" charset="-34"/>
              </a:rPr>
              <a:t>ออกเกม</a:t>
            </a:r>
            <a:endParaRPr lang="th-TH" sz="4800" b="1" dirty="0">
              <a:solidFill>
                <a:schemeClr val="tx1"/>
              </a:solidFill>
              <a:latin typeface="Mali" panose="00000500000000000000" pitchFamily="2" charset="-34"/>
              <a:cs typeface="Mali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48877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มุมมน 3"/>
          <p:cNvSpPr/>
          <p:nvPr/>
        </p:nvSpPr>
        <p:spPr>
          <a:xfrm>
            <a:off x="0" y="165100"/>
            <a:ext cx="8801100" cy="1346200"/>
          </a:xfrm>
          <a:prstGeom prst="roundRect">
            <a:avLst/>
          </a:prstGeom>
          <a:gradFill flip="none" rotWithShape="1">
            <a:gsLst>
              <a:gs pos="0">
                <a:srgbClr val="3399FF">
                  <a:shade val="30000"/>
                  <a:satMod val="115000"/>
                </a:srgbClr>
              </a:gs>
              <a:gs pos="50000">
                <a:srgbClr val="3399FF">
                  <a:shade val="67500"/>
                  <a:satMod val="115000"/>
                </a:srgbClr>
              </a:gs>
              <a:gs pos="100000">
                <a:srgbClr val="3399FF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ali" panose="00000500000000000000" pitchFamily="2" charset="-34"/>
                <a:cs typeface="Mali" panose="00000500000000000000" pitchFamily="2" charset="-34"/>
              </a:rPr>
              <a:t>MINI GAME</a:t>
            </a:r>
            <a:endParaRPr lang="th-TH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ali" panose="00000500000000000000" pitchFamily="2" charset="-34"/>
              <a:cs typeface="Mali" panose="00000500000000000000" pitchFamily="2" charset="-34"/>
            </a:endParaRPr>
          </a:p>
        </p:txBody>
      </p:sp>
      <p:sp>
        <p:nvSpPr>
          <p:cNvPr id="6" name="สี่เหลี่ยมผืนผ้ามุมมน 5"/>
          <p:cNvSpPr/>
          <p:nvPr/>
        </p:nvSpPr>
        <p:spPr>
          <a:xfrm>
            <a:off x="0" y="1701800"/>
            <a:ext cx="8801100" cy="1346200"/>
          </a:xfrm>
          <a:prstGeom prst="roundRect">
            <a:avLst/>
          </a:prstGeom>
          <a:gradFill flip="none" rotWithShape="1">
            <a:gsLst>
              <a:gs pos="0">
                <a:srgbClr val="3399FF">
                  <a:shade val="30000"/>
                  <a:satMod val="115000"/>
                </a:srgbClr>
              </a:gs>
              <a:gs pos="50000">
                <a:srgbClr val="3399FF">
                  <a:shade val="67500"/>
                  <a:satMod val="115000"/>
                </a:srgbClr>
              </a:gs>
              <a:gs pos="100000">
                <a:srgbClr val="3399FF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4800" b="1" dirty="0" smtClean="0">
                <a:latin typeface="Arial Black" panose="020B0A04020102020204" pitchFamily="34" charset="0"/>
              </a:rPr>
              <a:t>วิธีการเล่น</a:t>
            </a:r>
            <a:endParaRPr lang="th-TH" sz="4800" b="1" dirty="0">
              <a:latin typeface="Arial Black" panose="020B0A04020102020204" pitchFamily="34" charset="0"/>
            </a:endParaRPr>
          </a:p>
        </p:txBody>
      </p:sp>
      <p:sp>
        <p:nvSpPr>
          <p:cNvPr id="7" name="สี่เหลี่ยมผืนผ้ามุมมน 6"/>
          <p:cNvSpPr/>
          <p:nvPr/>
        </p:nvSpPr>
        <p:spPr>
          <a:xfrm>
            <a:off x="0" y="3289300"/>
            <a:ext cx="8801100" cy="1346200"/>
          </a:xfrm>
          <a:prstGeom prst="roundRect">
            <a:avLst/>
          </a:prstGeom>
          <a:gradFill flip="none" rotWithShape="1">
            <a:gsLst>
              <a:gs pos="0">
                <a:srgbClr val="3399FF">
                  <a:shade val="30000"/>
                  <a:satMod val="115000"/>
                </a:srgbClr>
              </a:gs>
              <a:gs pos="50000">
                <a:srgbClr val="3399FF">
                  <a:shade val="67500"/>
                  <a:satMod val="115000"/>
                </a:srgbClr>
              </a:gs>
              <a:gs pos="100000">
                <a:srgbClr val="3399FF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4800" b="1" dirty="0" smtClean="0"/>
              <a:t>เครดิต</a:t>
            </a:r>
            <a:endParaRPr lang="th-TH" sz="4800" b="1" dirty="0"/>
          </a:p>
        </p:txBody>
      </p:sp>
      <p:sp>
        <p:nvSpPr>
          <p:cNvPr id="8" name="สี่เหลี่ยมผืนผ้ามุมมน 7"/>
          <p:cNvSpPr/>
          <p:nvPr/>
        </p:nvSpPr>
        <p:spPr>
          <a:xfrm>
            <a:off x="0" y="4851400"/>
            <a:ext cx="8801100" cy="1346200"/>
          </a:xfrm>
          <a:prstGeom prst="roundRect">
            <a:avLst/>
          </a:prstGeom>
          <a:gradFill flip="none" rotWithShape="1">
            <a:gsLst>
              <a:gs pos="0">
                <a:srgbClr val="3399FF">
                  <a:shade val="30000"/>
                  <a:satMod val="115000"/>
                </a:srgbClr>
              </a:gs>
              <a:gs pos="50000">
                <a:srgbClr val="3399FF">
                  <a:shade val="67500"/>
                  <a:satMod val="115000"/>
                </a:srgbClr>
              </a:gs>
              <a:gs pos="100000">
                <a:srgbClr val="3399FF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/>
              <a:t>NAME PLAYER</a:t>
            </a:r>
            <a:endParaRPr lang="th-TH" sz="4800" dirty="0"/>
          </a:p>
        </p:txBody>
      </p:sp>
    </p:spTree>
    <p:extLst>
      <p:ext uri="{BB962C8B-B14F-4D97-AF65-F5344CB8AC3E}">
        <p14:creationId xmlns:p14="http://schemas.microsoft.com/office/powerpoint/2010/main" val="242496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กลุ่ม 15"/>
          <p:cNvGrpSpPr/>
          <p:nvPr/>
        </p:nvGrpSpPr>
        <p:grpSpPr>
          <a:xfrm>
            <a:off x="0" y="-63475"/>
            <a:ext cx="12192000" cy="6984950"/>
            <a:chOff x="0" y="-63475"/>
            <a:chExt cx="12192000" cy="6984950"/>
          </a:xfrm>
        </p:grpSpPr>
        <p:grpSp>
          <p:nvGrpSpPr>
            <p:cNvPr id="4" name="กลุ่ม 3"/>
            <p:cNvGrpSpPr/>
            <p:nvPr/>
          </p:nvGrpSpPr>
          <p:grpSpPr>
            <a:xfrm>
              <a:off x="0" y="-63475"/>
              <a:ext cx="12192000" cy="6984950"/>
              <a:chOff x="0" y="-63475"/>
              <a:chExt cx="12192000" cy="6984950"/>
            </a:xfrm>
          </p:grpSpPr>
          <p:sp>
            <p:nvSpPr>
              <p:cNvPr id="5" name="สี่เหลี่ยมผืนผ้า 4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6" name="รูปแบบอิสระ 5"/>
              <p:cNvSpPr/>
              <p:nvPr/>
            </p:nvSpPr>
            <p:spPr>
              <a:xfrm>
                <a:off x="0" y="157373"/>
                <a:ext cx="2706975" cy="1684411"/>
              </a:xfrm>
              <a:custGeom>
                <a:avLst/>
                <a:gdLst>
                  <a:gd name="connsiteX0" fmla="*/ 1151349 w 2706975"/>
                  <a:gd name="connsiteY0" fmla="*/ 419 h 1684411"/>
                  <a:gd name="connsiteX1" fmla="*/ 1375016 w 2706975"/>
                  <a:gd name="connsiteY1" fmla="*/ 47521 h 1684411"/>
                  <a:gd name="connsiteX2" fmla="*/ 1447614 w 2706975"/>
                  <a:gd name="connsiteY2" fmla="*/ 88656 h 1684411"/>
                  <a:gd name="connsiteX3" fmla="*/ 1452101 w 2706975"/>
                  <a:gd name="connsiteY3" fmla="*/ 91198 h 1684411"/>
                  <a:gd name="connsiteX4" fmla="*/ 1838015 w 2706975"/>
                  <a:gd name="connsiteY4" fmla="*/ 1261 h 1684411"/>
                  <a:gd name="connsiteX5" fmla="*/ 1979846 w 2706975"/>
                  <a:gd name="connsiteY5" fmla="*/ 21397 h 1684411"/>
                  <a:gd name="connsiteX6" fmla="*/ 2247469 w 2706975"/>
                  <a:gd name="connsiteY6" fmla="*/ 211822 h 1684411"/>
                  <a:gd name="connsiteX7" fmla="*/ 2248926 w 2706975"/>
                  <a:gd name="connsiteY7" fmla="*/ 212161 h 1684411"/>
                  <a:gd name="connsiteX8" fmla="*/ 2362087 w 2706975"/>
                  <a:gd name="connsiteY8" fmla="*/ 238539 h 1684411"/>
                  <a:gd name="connsiteX9" fmla="*/ 2590925 w 2706975"/>
                  <a:gd name="connsiteY9" fmla="*/ 396634 h 1684411"/>
                  <a:gd name="connsiteX10" fmla="*/ 2575552 w 2706975"/>
                  <a:gd name="connsiteY10" fmla="*/ 597036 h 1684411"/>
                  <a:gd name="connsiteX11" fmla="*/ 2687850 w 2706975"/>
                  <a:gd name="connsiteY11" fmla="*/ 903446 h 1684411"/>
                  <a:gd name="connsiteX12" fmla="*/ 2161792 w 2706975"/>
                  <a:gd name="connsiteY12" fmla="*/ 1171662 h 1684411"/>
                  <a:gd name="connsiteX13" fmla="*/ 1973472 w 2706975"/>
                  <a:gd name="connsiteY13" fmla="*/ 1401489 h 1684411"/>
                  <a:gd name="connsiteX14" fmla="*/ 1332304 w 2706975"/>
                  <a:gd name="connsiteY14" fmla="*/ 1429316 h 1684411"/>
                  <a:gd name="connsiteX15" fmla="*/ 874112 w 2706975"/>
                  <a:gd name="connsiteY15" fmla="*/ 1674499 h 1684411"/>
                  <a:gd name="connsiteX16" fmla="*/ 200416 w 2706975"/>
                  <a:gd name="connsiteY16" fmla="*/ 1524840 h 1684411"/>
                  <a:gd name="connsiteX17" fmla="*/ 65895 w 2706975"/>
                  <a:gd name="connsiteY17" fmla="*/ 1560744 h 1684411"/>
                  <a:gd name="connsiteX18" fmla="*/ 0 w 2706975"/>
                  <a:gd name="connsiteY18" fmla="*/ 1569746 h 1684411"/>
                  <a:gd name="connsiteX19" fmla="*/ 0 w 2706975"/>
                  <a:gd name="connsiteY19" fmla="*/ 171512 h 1684411"/>
                  <a:gd name="connsiteX20" fmla="*/ 37706 w 2706975"/>
                  <a:gd name="connsiteY20" fmla="*/ 140793 h 1684411"/>
                  <a:gd name="connsiteX21" fmla="*/ 760595 w 2706975"/>
                  <a:gd name="connsiteY21" fmla="*/ 128262 h 1684411"/>
                  <a:gd name="connsiteX22" fmla="*/ 764128 w 2706975"/>
                  <a:gd name="connsiteY22" fmla="*/ 125239 h 1684411"/>
                  <a:gd name="connsiteX23" fmla="*/ 815443 w 2706975"/>
                  <a:gd name="connsiteY23" fmla="*/ 81325 h 1684411"/>
                  <a:gd name="connsiteX24" fmla="*/ 1069275 w 2706975"/>
                  <a:gd name="connsiteY24" fmla="*/ 2300 h 1684411"/>
                  <a:gd name="connsiteX25" fmla="*/ 1151349 w 2706975"/>
                  <a:gd name="connsiteY25" fmla="*/ 419 h 1684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706975" h="1684411">
                    <a:moveTo>
                      <a:pt x="1151349" y="419"/>
                    </a:moveTo>
                    <a:cubicBezTo>
                      <a:pt x="1232660" y="3191"/>
                      <a:pt x="1310563" y="19667"/>
                      <a:pt x="1375016" y="47521"/>
                    </a:cubicBezTo>
                    <a:lnTo>
                      <a:pt x="1447614" y="88656"/>
                    </a:lnTo>
                    <a:lnTo>
                      <a:pt x="1452101" y="91198"/>
                    </a:lnTo>
                    <a:cubicBezTo>
                      <a:pt x="1549260" y="26483"/>
                      <a:pt x="1694086" y="-5634"/>
                      <a:pt x="1838015" y="1261"/>
                    </a:cubicBezTo>
                    <a:cubicBezTo>
                      <a:pt x="1885991" y="3559"/>
                      <a:pt x="1933868" y="10192"/>
                      <a:pt x="1979846" y="21397"/>
                    </a:cubicBezTo>
                    <a:cubicBezTo>
                      <a:pt x="2119985" y="55538"/>
                      <a:pt x="2220472" y="127015"/>
                      <a:pt x="2247469" y="211822"/>
                    </a:cubicBezTo>
                    <a:lnTo>
                      <a:pt x="2248926" y="212161"/>
                    </a:lnTo>
                    <a:lnTo>
                      <a:pt x="2362087" y="238539"/>
                    </a:lnTo>
                    <a:cubicBezTo>
                      <a:pt x="2469159" y="272844"/>
                      <a:pt x="2551555" y="328820"/>
                      <a:pt x="2590925" y="396634"/>
                    </a:cubicBezTo>
                    <a:cubicBezTo>
                      <a:pt x="2629077" y="462266"/>
                      <a:pt x="2623640" y="533548"/>
                      <a:pt x="2575552" y="597036"/>
                    </a:cubicBezTo>
                    <a:cubicBezTo>
                      <a:pt x="2693756" y="684103"/>
                      <a:pt x="2735094" y="796970"/>
                      <a:pt x="2687850" y="903446"/>
                    </a:cubicBezTo>
                    <a:cubicBezTo>
                      <a:pt x="2625046" y="1044998"/>
                      <a:pt x="2417135" y="1151006"/>
                      <a:pt x="2161792" y="1171662"/>
                    </a:cubicBezTo>
                    <a:cubicBezTo>
                      <a:pt x="2160573" y="1260015"/>
                      <a:pt x="2091863" y="1343808"/>
                      <a:pt x="1973472" y="1401489"/>
                    </a:cubicBezTo>
                    <a:cubicBezTo>
                      <a:pt x="1793589" y="1489140"/>
                      <a:pt x="1533747" y="1500404"/>
                      <a:pt x="1332304" y="1429316"/>
                    </a:cubicBezTo>
                    <a:cubicBezTo>
                      <a:pt x="1267156" y="1551420"/>
                      <a:pt x="1092709" y="1644762"/>
                      <a:pt x="874112" y="1674499"/>
                    </a:cubicBezTo>
                    <a:cubicBezTo>
                      <a:pt x="616520" y="1709536"/>
                      <a:pt x="347679" y="1649828"/>
                      <a:pt x="200416" y="1524840"/>
                    </a:cubicBezTo>
                    <a:cubicBezTo>
                      <a:pt x="156969" y="1539670"/>
                      <a:pt x="111898" y="1551603"/>
                      <a:pt x="65895" y="1560744"/>
                    </a:cubicBezTo>
                    <a:lnTo>
                      <a:pt x="0" y="1569746"/>
                    </a:lnTo>
                    <a:lnTo>
                      <a:pt x="0" y="171512"/>
                    </a:lnTo>
                    <a:lnTo>
                      <a:pt x="37706" y="140793"/>
                    </a:lnTo>
                    <a:cubicBezTo>
                      <a:pt x="222026" y="23906"/>
                      <a:pt x="552098" y="11975"/>
                      <a:pt x="760595" y="128262"/>
                    </a:cubicBezTo>
                    <a:lnTo>
                      <a:pt x="764128" y="125239"/>
                    </a:lnTo>
                    <a:lnTo>
                      <a:pt x="815443" y="81325"/>
                    </a:lnTo>
                    <a:cubicBezTo>
                      <a:pt x="879490" y="38816"/>
                      <a:pt x="969373" y="10309"/>
                      <a:pt x="1069275" y="2300"/>
                    </a:cubicBezTo>
                    <a:cubicBezTo>
                      <a:pt x="1096763" y="93"/>
                      <a:pt x="1124245" y="-505"/>
                      <a:pt x="1151349" y="41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7" name="เมฆ 6"/>
              <p:cNvSpPr/>
              <p:nvPr/>
            </p:nvSpPr>
            <p:spPr>
              <a:xfrm>
                <a:off x="7998771" y="157373"/>
                <a:ext cx="4049486" cy="1683657"/>
              </a:xfrm>
              <a:prstGeom prst="cloud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8" name="เมฆ 7"/>
              <p:cNvSpPr/>
              <p:nvPr/>
            </p:nvSpPr>
            <p:spPr>
              <a:xfrm>
                <a:off x="8723086" y="2691477"/>
                <a:ext cx="3468914" cy="1538521"/>
              </a:xfrm>
              <a:prstGeom prst="cloud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9" name="เมฆ 8"/>
              <p:cNvSpPr/>
              <p:nvPr/>
            </p:nvSpPr>
            <p:spPr>
              <a:xfrm>
                <a:off x="4328007" y="2210564"/>
                <a:ext cx="3403599" cy="1770743"/>
              </a:xfrm>
              <a:prstGeom prst="cloud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เมฆ 9"/>
              <p:cNvSpPr/>
              <p:nvPr/>
            </p:nvSpPr>
            <p:spPr>
              <a:xfrm>
                <a:off x="234038" y="2691477"/>
                <a:ext cx="3113313" cy="1770743"/>
              </a:xfrm>
              <a:prstGeom prst="cloud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1" name="รูปแบบอิสระ 10"/>
              <p:cNvSpPr/>
              <p:nvPr/>
            </p:nvSpPr>
            <p:spPr>
              <a:xfrm>
                <a:off x="8723086" y="5638204"/>
                <a:ext cx="3117392" cy="1283271"/>
              </a:xfrm>
              <a:custGeom>
                <a:avLst/>
                <a:gdLst>
                  <a:gd name="connsiteX0" fmla="*/ 1921400 w 3117392"/>
                  <a:gd name="connsiteY0" fmla="*/ 441 h 1283271"/>
                  <a:gd name="connsiteX1" fmla="*/ 2093360 w 3117392"/>
                  <a:gd name="connsiteY1" fmla="*/ 49979 h 1283271"/>
                  <a:gd name="connsiteX2" fmla="*/ 2149174 w 3117392"/>
                  <a:gd name="connsiteY2" fmla="*/ 93242 h 1283271"/>
                  <a:gd name="connsiteX3" fmla="*/ 2152624 w 3117392"/>
                  <a:gd name="connsiteY3" fmla="*/ 95916 h 1283271"/>
                  <a:gd name="connsiteX4" fmla="*/ 2449321 w 3117392"/>
                  <a:gd name="connsiteY4" fmla="*/ 1327 h 1283271"/>
                  <a:gd name="connsiteX5" fmla="*/ 2558363 w 3117392"/>
                  <a:gd name="connsiteY5" fmla="*/ 22504 h 1283271"/>
                  <a:gd name="connsiteX6" fmla="*/ 2764116 w 3117392"/>
                  <a:gd name="connsiteY6" fmla="*/ 222778 h 1283271"/>
                  <a:gd name="connsiteX7" fmla="*/ 2765236 w 3117392"/>
                  <a:gd name="connsiteY7" fmla="*/ 223135 h 1283271"/>
                  <a:gd name="connsiteX8" fmla="*/ 2852236 w 3117392"/>
                  <a:gd name="connsiteY8" fmla="*/ 250878 h 1283271"/>
                  <a:gd name="connsiteX9" fmla="*/ 3028171 w 3117392"/>
                  <a:gd name="connsiteY9" fmla="*/ 417150 h 1283271"/>
                  <a:gd name="connsiteX10" fmla="*/ 3016352 w 3117392"/>
                  <a:gd name="connsiteY10" fmla="*/ 627918 h 1283271"/>
                  <a:gd name="connsiteX11" fmla="*/ 3102688 w 3117392"/>
                  <a:gd name="connsiteY11" fmla="*/ 950177 h 1283271"/>
                  <a:gd name="connsiteX12" fmla="*/ 2698246 w 3117392"/>
                  <a:gd name="connsiteY12" fmla="*/ 1232266 h 1283271"/>
                  <a:gd name="connsiteX13" fmla="*/ 2690631 w 3117392"/>
                  <a:gd name="connsiteY13" fmla="*/ 1283271 h 1283271"/>
                  <a:gd name="connsiteX14" fmla="*/ 87863 w 3117392"/>
                  <a:gd name="connsiteY14" fmla="*/ 1283271 h 1283271"/>
                  <a:gd name="connsiteX15" fmla="*/ 82631 w 3117392"/>
                  <a:gd name="connsiteY15" fmla="*/ 1275141 h 1283271"/>
                  <a:gd name="connsiteX16" fmla="*/ 154915 w 3117392"/>
                  <a:gd name="connsiteY16" fmla="*/ 1041542 h 1283271"/>
                  <a:gd name="connsiteX17" fmla="*/ 2276 w 3117392"/>
                  <a:gd name="connsiteY17" fmla="*/ 801877 h 1283271"/>
                  <a:gd name="connsiteX18" fmla="*/ 281032 w 3117392"/>
                  <a:gd name="connsiteY18" fmla="*/ 588855 h 1283271"/>
                  <a:gd name="connsiteX19" fmla="*/ 283699 w 3117392"/>
                  <a:gd name="connsiteY19" fmla="*/ 583239 h 1283271"/>
                  <a:gd name="connsiteX20" fmla="*/ 407871 w 3117392"/>
                  <a:gd name="connsiteY20" fmla="*/ 277335 h 1283271"/>
                  <a:gd name="connsiteX21" fmla="*/ 1011940 w 3117392"/>
                  <a:gd name="connsiteY21" fmla="*/ 207448 h 1283271"/>
                  <a:gd name="connsiteX22" fmla="*/ 1012056 w 3117392"/>
                  <a:gd name="connsiteY22" fmla="*/ 207319 h 1283271"/>
                  <a:gd name="connsiteX23" fmla="*/ 1065213 w 3117392"/>
                  <a:gd name="connsiteY23" fmla="*/ 148076 h 1283271"/>
                  <a:gd name="connsiteX24" fmla="*/ 1620982 w 3117392"/>
                  <a:gd name="connsiteY24" fmla="*/ 134897 h 1283271"/>
                  <a:gd name="connsiteX25" fmla="*/ 1623699 w 3117392"/>
                  <a:gd name="connsiteY25" fmla="*/ 131717 h 1283271"/>
                  <a:gd name="connsiteX26" fmla="*/ 1663151 w 3117392"/>
                  <a:gd name="connsiteY26" fmla="*/ 85532 h 1283271"/>
                  <a:gd name="connsiteX27" fmla="*/ 1858300 w 3117392"/>
                  <a:gd name="connsiteY27" fmla="*/ 2419 h 1283271"/>
                  <a:gd name="connsiteX28" fmla="*/ 1921400 w 3117392"/>
                  <a:gd name="connsiteY28" fmla="*/ 441 h 1283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117392" h="1283271">
                    <a:moveTo>
                      <a:pt x="1921400" y="441"/>
                    </a:moveTo>
                    <a:cubicBezTo>
                      <a:pt x="1983913" y="3357"/>
                      <a:pt x="2043807" y="20684"/>
                      <a:pt x="2093360" y="49979"/>
                    </a:cubicBezTo>
                    <a:lnTo>
                      <a:pt x="2149174" y="93242"/>
                    </a:lnTo>
                    <a:lnTo>
                      <a:pt x="2152624" y="95916"/>
                    </a:lnTo>
                    <a:cubicBezTo>
                      <a:pt x="2227322" y="27853"/>
                      <a:pt x="2338666" y="-5925"/>
                      <a:pt x="2449321" y="1327"/>
                    </a:cubicBezTo>
                    <a:cubicBezTo>
                      <a:pt x="2486206" y="3744"/>
                      <a:pt x="2523014" y="10720"/>
                      <a:pt x="2558363" y="22504"/>
                    </a:cubicBezTo>
                    <a:cubicBezTo>
                      <a:pt x="2666104" y="58411"/>
                      <a:pt x="2743360" y="133585"/>
                      <a:pt x="2764116" y="222778"/>
                    </a:cubicBezTo>
                    <a:lnTo>
                      <a:pt x="2765236" y="223135"/>
                    </a:lnTo>
                    <a:lnTo>
                      <a:pt x="2852236" y="250878"/>
                    </a:lnTo>
                    <a:cubicBezTo>
                      <a:pt x="2934555" y="286957"/>
                      <a:pt x="2997902" y="345829"/>
                      <a:pt x="3028171" y="417150"/>
                    </a:cubicBezTo>
                    <a:cubicBezTo>
                      <a:pt x="3057502" y="486176"/>
                      <a:pt x="3053322" y="561146"/>
                      <a:pt x="3016352" y="627918"/>
                    </a:cubicBezTo>
                    <a:cubicBezTo>
                      <a:pt x="3107229" y="719488"/>
                      <a:pt x="3139010" y="838193"/>
                      <a:pt x="3102688" y="950177"/>
                    </a:cubicBezTo>
                    <a:cubicBezTo>
                      <a:pt x="3054404" y="1099050"/>
                      <a:pt x="2894558" y="1210541"/>
                      <a:pt x="2698246" y="1232266"/>
                    </a:cubicBezTo>
                    <a:lnTo>
                      <a:pt x="2690631" y="1283271"/>
                    </a:lnTo>
                    <a:lnTo>
                      <a:pt x="87863" y="1283271"/>
                    </a:lnTo>
                    <a:lnTo>
                      <a:pt x="82631" y="1275141"/>
                    </a:lnTo>
                    <a:cubicBezTo>
                      <a:pt x="51570" y="1192875"/>
                      <a:pt x="79028" y="1104092"/>
                      <a:pt x="154915" y="1041542"/>
                    </a:cubicBezTo>
                    <a:cubicBezTo>
                      <a:pt x="47246" y="992478"/>
                      <a:pt x="-12714" y="898325"/>
                      <a:pt x="2276" y="801877"/>
                    </a:cubicBezTo>
                    <a:cubicBezTo>
                      <a:pt x="19860" y="688951"/>
                      <a:pt x="135600" y="600496"/>
                      <a:pt x="281032" y="588855"/>
                    </a:cubicBezTo>
                    <a:cubicBezTo>
                      <a:pt x="281897" y="586969"/>
                      <a:pt x="282834" y="585125"/>
                      <a:pt x="283699" y="583239"/>
                    </a:cubicBezTo>
                    <a:cubicBezTo>
                      <a:pt x="264169" y="472035"/>
                      <a:pt x="309715" y="359888"/>
                      <a:pt x="407871" y="277335"/>
                    </a:cubicBezTo>
                    <a:cubicBezTo>
                      <a:pt x="562960" y="146948"/>
                      <a:pt x="814404" y="117886"/>
                      <a:pt x="1011940" y="207448"/>
                    </a:cubicBezTo>
                    <a:lnTo>
                      <a:pt x="1012056" y="207319"/>
                    </a:lnTo>
                    <a:lnTo>
                      <a:pt x="1065213" y="148076"/>
                    </a:lnTo>
                    <a:cubicBezTo>
                      <a:pt x="1206921" y="25143"/>
                      <a:pt x="1460686" y="12595"/>
                      <a:pt x="1620982" y="134897"/>
                    </a:cubicBezTo>
                    <a:lnTo>
                      <a:pt x="1623699" y="131717"/>
                    </a:lnTo>
                    <a:lnTo>
                      <a:pt x="1663151" y="85532"/>
                    </a:lnTo>
                    <a:cubicBezTo>
                      <a:pt x="1712391" y="40824"/>
                      <a:pt x="1781494" y="10842"/>
                      <a:pt x="1858300" y="2419"/>
                    </a:cubicBezTo>
                    <a:cubicBezTo>
                      <a:pt x="1879434" y="98"/>
                      <a:pt x="1900562" y="-531"/>
                      <a:pt x="1921400" y="44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2" name="รูปแบบอิสระ 11"/>
              <p:cNvSpPr/>
              <p:nvPr/>
            </p:nvSpPr>
            <p:spPr>
              <a:xfrm>
                <a:off x="4652777" y="5775048"/>
                <a:ext cx="3117394" cy="1114689"/>
              </a:xfrm>
              <a:custGeom>
                <a:avLst/>
                <a:gdLst>
                  <a:gd name="connsiteX0" fmla="*/ 1921402 w 3117394"/>
                  <a:gd name="connsiteY0" fmla="*/ 441 h 1114689"/>
                  <a:gd name="connsiteX1" fmla="*/ 2093361 w 3117394"/>
                  <a:gd name="connsiteY1" fmla="*/ 49979 h 1114689"/>
                  <a:gd name="connsiteX2" fmla="*/ 2149175 w 3117394"/>
                  <a:gd name="connsiteY2" fmla="*/ 93242 h 1114689"/>
                  <a:gd name="connsiteX3" fmla="*/ 2152625 w 3117394"/>
                  <a:gd name="connsiteY3" fmla="*/ 95916 h 1114689"/>
                  <a:gd name="connsiteX4" fmla="*/ 2449322 w 3117394"/>
                  <a:gd name="connsiteY4" fmla="*/ 1327 h 1114689"/>
                  <a:gd name="connsiteX5" fmla="*/ 2558364 w 3117394"/>
                  <a:gd name="connsiteY5" fmla="*/ 22504 h 1114689"/>
                  <a:gd name="connsiteX6" fmla="*/ 2764117 w 3117394"/>
                  <a:gd name="connsiteY6" fmla="*/ 222778 h 1114689"/>
                  <a:gd name="connsiteX7" fmla="*/ 2765237 w 3117394"/>
                  <a:gd name="connsiteY7" fmla="*/ 223135 h 1114689"/>
                  <a:gd name="connsiteX8" fmla="*/ 2852237 w 3117394"/>
                  <a:gd name="connsiteY8" fmla="*/ 250878 h 1114689"/>
                  <a:gd name="connsiteX9" fmla="*/ 3028172 w 3117394"/>
                  <a:gd name="connsiteY9" fmla="*/ 417150 h 1114689"/>
                  <a:gd name="connsiteX10" fmla="*/ 3016353 w 3117394"/>
                  <a:gd name="connsiteY10" fmla="*/ 627918 h 1114689"/>
                  <a:gd name="connsiteX11" fmla="*/ 3102690 w 3117394"/>
                  <a:gd name="connsiteY11" fmla="*/ 950177 h 1114689"/>
                  <a:gd name="connsiteX12" fmla="*/ 3046732 w 3117394"/>
                  <a:gd name="connsiteY12" fmla="*/ 1054004 h 1114689"/>
                  <a:gd name="connsiteX13" fmla="*/ 2981861 w 3117394"/>
                  <a:gd name="connsiteY13" fmla="*/ 1114689 h 1114689"/>
                  <a:gd name="connsiteX14" fmla="*/ 96503 w 3117394"/>
                  <a:gd name="connsiteY14" fmla="*/ 1114689 h 1114689"/>
                  <a:gd name="connsiteX15" fmla="*/ 107239 w 3117394"/>
                  <a:gd name="connsiteY15" fmla="*/ 1092861 h 1114689"/>
                  <a:gd name="connsiteX16" fmla="*/ 154916 w 3117394"/>
                  <a:gd name="connsiteY16" fmla="*/ 1041542 h 1114689"/>
                  <a:gd name="connsiteX17" fmla="*/ 2276 w 3117394"/>
                  <a:gd name="connsiteY17" fmla="*/ 801877 h 1114689"/>
                  <a:gd name="connsiteX18" fmla="*/ 281034 w 3117394"/>
                  <a:gd name="connsiteY18" fmla="*/ 588855 h 1114689"/>
                  <a:gd name="connsiteX19" fmla="*/ 283700 w 3117394"/>
                  <a:gd name="connsiteY19" fmla="*/ 583239 h 1114689"/>
                  <a:gd name="connsiteX20" fmla="*/ 407872 w 3117394"/>
                  <a:gd name="connsiteY20" fmla="*/ 277335 h 1114689"/>
                  <a:gd name="connsiteX21" fmla="*/ 1011942 w 3117394"/>
                  <a:gd name="connsiteY21" fmla="*/ 207448 h 1114689"/>
                  <a:gd name="connsiteX22" fmla="*/ 1012057 w 3117394"/>
                  <a:gd name="connsiteY22" fmla="*/ 207319 h 1114689"/>
                  <a:gd name="connsiteX23" fmla="*/ 1065214 w 3117394"/>
                  <a:gd name="connsiteY23" fmla="*/ 148076 h 1114689"/>
                  <a:gd name="connsiteX24" fmla="*/ 1620983 w 3117394"/>
                  <a:gd name="connsiteY24" fmla="*/ 134897 h 1114689"/>
                  <a:gd name="connsiteX25" fmla="*/ 1623700 w 3117394"/>
                  <a:gd name="connsiteY25" fmla="*/ 131717 h 1114689"/>
                  <a:gd name="connsiteX26" fmla="*/ 1663152 w 3117394"/>
                  <a:gd name="connsiteY26" fmla="*/ 85532 h 1114689"/>
                  <a:gd name="connsiteX27" fmla="*/ 1858301 w 3117394"/>
                  <a:gd name="connsiteY27" fmla="*/ 2419 h 1114689"/>
                  <a:gd name="connsiteX28" fmla="*/ 1921402 w 3117394"/>
                  <a:gd name="connsiteY28" fmla="*/ 441 h 1114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117394" h="1114689">
                    <a:moveTo>
                      <a:pt x="1921402" y="441"/>
                    </a:moveTo>
                    <a:cubicBezTo>
                      <a:pt x="1983915" y="3357"/>
                      <a:pt x="2043808" y="20684"/>
                      <a:pt x="2093361" y="49979"/>
                    </a:cubicBezTo>
                    <a:lnTo>
                      <a:pt x="2149175" y="93242"/>
                    </a:lnTo>
                    <a:lnTo>
                      <a:pt x="2152625" y="95916"/>
                    </a:lnTo>
                    <a:cubicBezTo>
                      <a:pt x="2227323" y="27853"/>
                      <a:pt x="2338667" y="-5925"/>
                      <a:pt x="2449322" y="1327"/>
                    </a:cubicBezTo>
                    <a:cubicBezTo>
                      <a:pt x="2486207" y="3744"/>
                      <a:pt x="2523015" y="10720"/>
                      <a:pt x="2558364" y="22504"/>
                    </a:cubicBezTo>
                    <a:cubicBezTo>
                      <a:pt x="2666105" y="58411"/>
                      <a:pt x="2743362" y="133585"/>
                      <a:pt x="2764117" y="222778"/>
                    </a:cubicBezTo>
                    <a:lnTo>
                      <a:pt x="2765237" y="223135"/>
                    </a:lnTo>
                    <a:lnTo>
                      <a:pt x="2852237" y="250878"/>
                    </a:lnTo>
                    <a:cubicBezTo>
                      <a:pt x="2934556" y="286957"/>
                      <a:pt x="2997904" y="345829"/>
                      <a:pt x="3028172" y="417150"/>
                    </a:cubicBezTo>
                    <a:cubicBezTo>
                      <a:pt x="3057503" y="486176"/>
                      <a:pt x="3053324" y="561146"/>
                      <a:pt x="3016353" y="627918"/>
                    </a:cubicBezTo>
                    <a:cubicBezTo>
                      <a:pt x="3107230" y="719488"/>
                      <a:pt x="3139012" y="838193"/>
                      <a:pt x="3102690" y="950177"/>
                    </a:cubicBezTo>
                    <a:cubicBezTo>
                      <a:pt x="3090618" y="987395"/>
                      <a:pt x="3071575" y="1022277"/>
                      <a:pt x="3046732" y="1054004"/>
                    </a:cubicBezTo>
                    <a:lnTo>
                      <a:pt x="2981861" y="1114689"/>
                    </a:lnTo>
                    <a:lnTo>
                      <a:pt x="96503" y="1114689"/>
                    </a:lnTo>
                    <a:lnTo>
                      <a:pt x="107239" y="1092861"/>
                    </a:lnTo>
                    <a:cubicBezTo>
                      <a:pt x="119999" y="1074456"/>
                      <a:pt x="135944" y="1057179"/>
                      <a:pt x="154916" y="1041542"/>
                    </a:cubicBezTo>
                    <a:cubicBezTo>
                      <a:pt x="47247" y="992478"/>
                      <a:pt x="-12714" y="898325"/>
                      <a:pt x="2276" y="801877"/>
                    </a:cubicBezTo>
                    <a:cubicBezTo>
                      <a:pt x="19861" y="688951"/>
                      <a:pt x="135602" y="600496"/>
                      <a:pt x="281034" y="588855"/>
                    </a:cubicBezTo>
                    <a:cubicBezTo>
                      <a:pt x="281899" y="586969"/>
                      <a:pt x="282835" y="585125"/>
                      <a:pt x="283700" y="583239"/>
                    </a:cubicBezTo>
                    <a:cubicBezTo>
                      <a:pt x="264170" y="472035"/>
                      <a:pt x="309717" y="359888"/>
                      <a:pt x="407872" y="277335"/>
                    </a:cubicBezTo>
                    <a:cubicBezTo>
                      <a:pt x="562961" y="146948"/>
                      <a:pt x="814405" y="117886"/>
                      <a:pt x="1011942" y="207448"/>
                    </a:cubicBezTo>
                    <a:lnTo>
                      <a:pt x="1012057" y="207319"/>
                    </a:lnTo>
                    <a:lnTo>
                      <a:pt x="1065214" y="148076"/>
                    </a:lnTo>
                    <a:cubicBezTo>
                      <a:pt x="1206922" y="25143"/>
                      <a:pt x="1460687" y="12595"/>
                      <a:pt x="1620983" y="134897"/>
                    </a:cubicBezTo>
                    <a:lnTo>
                      <a:pt x="1623700" y="131717"/>
                    </a:lnTo>
                    <a:lnTo>
                      <a:pt x="1663152" y="85532"/>
                    </a:lnTo>
                    <a:cubicBezTo>
                      <a:pt x="1712392" y="40824"/>
                      <a:pt x="1781496" y="10842"/>
                      <a:pt x="1858301" y="2419"/>
                    </a:cubicBezTo>
                    <a:cubicBezTo>
                      <a:pt x="1879435" y="98"/>
                      <a:pt x="1900564" y="-531"/>
                      <a:pt x="1921402" y="44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3" name="รูปแบบอิสระ 12"/>
              <p:cNvSpPr/>
              <p:nvPr/>
            </p:nvSpPr>
            <p:spPr>
              <a:xfrm>
                <a:off x="582469" y="5750264"/>
                <a:ext cx="3117393" cy="1139473"/>
              </a:xfrm>
              <a:custGeom>
                <a:avLst/>
                <a:gdLst>
                  <a:gd name="connsiteX0" fmla="*/ 1921401 w 3117393"/>
                  <a:gd name="connsiteY0" fmla="*/ 441 h 1139473"/>
                  <a:gd name="connsiteX1" fmla="*/ 2093360 w 3117393"/>
                  <a:gd name="connsiteY1" fmla="*/ 49979 h 1139473"/>
                  <a:gd name="connsiteX2" fmla="*/ 2149174 w 3117393"/>
                  <a:gd name="connsiteY2" fmla="*/ 93242 h 1139473"/>
                  <a:gd name="connsiteX3" fmla="*/ 2152624 w 3117393"/>
                  <a:gd name="connsiteY3" fmla="*/ 95916 h 1139473"/>
                  <a:gd name="connsiteX4" fmla="*/ 2449321 w 3117393"/>
                  <a:gd name="connsiteY4" fmla="*/ 1327 h 1139473"/>
                  <a:gd name="connsiteX5" fmla="*/ 2558364 w 3117393"/>
                  <a:gd name="connsiteY5" fmla="*/ 22504 h 1139473"/>
                  <a:gd name="connsiteX6" fmla="*/ 2764116 w 3117393"/>
                  <a:gd name="connsiteY6" fmla="*/ 222778 h 1139473"/>
                  <a:gd name="connsiteX7" fmla="*/ 2765236 w 3117393"/>
                  <a:gd name="connsiteY7" fmla="*/ 223135 h 1139473"/>
                  <a:gd name="connsiteX8" fmla="*/ 2852236 w 3117393"/>
                  <a:gd name="connsiteY8" fmla="*/ 250878 h 1139473"/>
                  <a:gd name="connsiteX9" fmla="*/ 3028171 w 3117393"/>
                  <a:gd name="connsiteY9" fmla="*/ 417150 h 1139473"/>
                  <a:gd name="connsiteX10" fmla="*/ 3016352 w 3117393"/>
                  <a:gd name="connsiteY10" fmla="*/ 627918 h 1139473"/>
                  <a:gd name="connsiteX11" fmla="*/ 3102689 w 3117393"/>
                  <a:gd name="connsiteY11" fmla="*/ 950177 h 1139473"/>
                  <a:gd name="connsiteX12" fmla="*/ 2955978 w 3117393"/>
                  <a:gd name="connsiteY12" fmla="*/ 1138902 h 1139473"/>
                  <a:gd name="connsiteX13" fmla="*/ 2954869 w 3117393"/>
                  <a:gd name="connsiteY13" fmla="*/ 1139473 h 1139473"/>
                  <a:gd name="connsiteX14" fmla="*/ 84311 w 3117393"/>
                  <a:gd name="connsiteY14" fmla="*/ 1139473 h 1139473"/>
                  <a:gd name="connsiteX15" fmla="*/ 107238 w 3117393"/>
                  <a:gd name="connsiteY15" fmla="*/ 1092861 h 1139473"/>
                  <a:gd name="connsiteX16" fmla="*/ 154915 w 3117393"/>
                  <a:gd name="connsiteY16" fmla="*/ 1041542 h 1139473"/>
                  <a:gd name="connsiteX17" fmla="*/ 2276 w 3117393"/>
                  <a:gd name="connsiteY17" fmla="*/ 801877 h 1139473"/>
                  <a:gd name="connsiteX18" fmla="*/ 281033 w 3117393"/>
                  <a:gd name="connsiteY18" fmla="*/ 588855 h 1139473"/>
                  <a:gd name="connsiteX19" fmla="*/ 283699 w 3117393"/>
                  <a:gd name="connsiteY19" fmla="*/ 583239 h 1139473"/>
                  <a:gd name="connsiteX20" fmla="*/ 407872 w 3117393"/>
                  <a:gd name="connsiteY20" fmla="*/ 277335 h 1139473"/>
                  <a:gd name="connsiteX21" fmla="*/ 1011941 w 3117393"/>
                  <a:gd name="connsiteY21" fmla="*/ 207448 h 1139473"/>
                  <a:gd name="connsiteX22" fmla="*/ 1012056 w 3117393"/>
                  <a:gd name="connsiteY22" fmla="*/ 207319 h 1139473"/>
                  <a:gd name="connsiteX23" fmla="*/ 1065213 w 3117393"/>
                  <a:gd name="connsiteY23" fmla="*/ 148076 h 1139473"/>
                  <a:gd name="connsiteX24" fmla="*/ 1620983 w 3117393"/>
                  <a:gd name="connsiteY24" fmla="*/ 134897 h 1139473"/>
                  <a:gd name="connsiteX25" fmla="*/ 1623699 w 3117393"/>
                  <a:gd name="connsiteY25" fmla="*/ 131717 h 1139473"/>
                  <a:gd name="connsiteX26" fmla="*/ 1663151 w 3117393"/>
                  <a:gd name="connsiteY26" fmla="*/ 85532 h 1139473"/>
                  <a:gd name="connsiteX27" fmla="*/ 1858300 w 3117393"/>
                  <a:gd name="connsiteY27" fmla="*/ 2419 h 1139473"/>
                  <a:gd name="connsiteX28" fmla="*/ 1921401 w 3117393"/>
                  <a:gd name="connsiteY28" fmla="*/ 441 h 1139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117393" h="1139473">
                    <a:moveTo>
                      <a:pt x="1921401" y="441"/>
                    </a:moveTo>
                    <a:cubicBezTo>
                      <a:pt x="1983914" y="3357"/>
                      <a:pt x="2043807" y="20684"/>
                      <a:pt x="2093360" y="49979"/>
                    </a:cubicBezTo>
                    <a:lnTo>
                      <a:pt x="2149174" y="93242"/>
                    </a:lnTo>
                    <a:lnTo>
                      <a:pt x="2152624" y="95916"/>
                    </a:lnTo>
                    <a:cubicBezTo>
                      <a:pt x="2227322" y="27853"/>
                      <a:pt x="2338666" y="-5925"/>
                      <a:pt x="2449321" y="1327"/>
                    </a:cubicBezTo>
                    <a:cubicBezTo>
                      <a:pt x="2486206" y="3744"/>
                      <a:pt x="2523015" y="10720"/>
                      <a:pt x="2558364" y="22504"/>
                    </a:cubicBezTo>
                    <a:cubicBezTo>
                      <a:pt x="2666104" y="58411"/>
                      <a:pt x="2743361" y="133585"/>
                      <a:pt x="2764116" y="222778"/>
                    </a:cubicBezTo>
                    <a:lnTo>
                      <a:pt x="2765236" y="223135"/>
                    </a:lnTo>
                    <a:lnTo>
                      <a:pt x="2852236" y="250878"/>
                    </a:lnTo>
                    <a:cubicBezTo>
                      <a:pt x="2934555" y="286957"/>
                      <a:pt x="2997903" y="345829"/>
                      <a:pt x="3028171" y="417150"/>
                    </a:cubicBezTo>
                    <a:cubicBezTo>
                      <a:pt x="3057502" y="486176"/>
                      <a:pt x="3053323" y="561146"/>
                      <a:pt x="3016352" y="627918"/>
                    </a:cubicBezTo>
                    <a:cubicBezTo>
                      <a:pt x="3107229" y="719488"/>
                      <a:pt x="3139011" y="838193"/>
                      <a:pt x="3102689" y="950177"/>
                    </a:cubicBezTo>
                    <a:cubicBezTo>
                      <a:pt x="3078546" y="1024614"/>
                      <a:pt x="3026514" y="1089705"/>
                      <a:pt x="2955978" y="1138902"/>
                    </a:cubicBezTo>
                    <a:lnTo>
                      <a:pt x="2954869" y="1139473"/>
                    </a:lnTo>
                    <a:lnTo>
                      <a:pt x="84311" y="1139473"/>
                    </a:lnTo>
                    <a:lnTo>
                      <a:pt x="107238" y="1092861"/>
                    </a:lnTo>
                    <a:cubicBezTo>
                      <a:pt x="119998" y="1074456"/>
                      <a:pt x="135943" y="1057179"/>
                      <a:pt x="154915" y="1041542"/>
                    </a:cubicBezTo>
                    <a:cubicBezTo>
                      <a:pt x="47246" y="992478"/>
                      <a:pt x="-12714" y="898325"/>
                      <a:pt x="2276" y="801877"/>
                    </a:cubicBezTo>
                    <a:cubicBezTo>
                      <a:pt x="19860" y="688951"/>
                      <a:pt x="135601" y="600496"/>
                      <a:pt x="281033" y="588855"/>
                    </a:cubicBezTo>
                    <a:cubicBezTo>
                      <a:pt x="281897" y="586969"/>
                      <a:pt x="282835" y="585125"/>
                      <a:pt x="283699" y="583239"/>
                    </a:cubicBezTo>
                    <a:cubicBezTo>
                      <a:pt x="264169" y="472035"/>
                      <a:pt x="309716" y="359888"/>
                      <a:pt x="407872" y="277335"/>
                    </a:cubicBezTo>
                    <a:cubicBezTo>
                      <a:pt x="562961" y="146948"/>
                      <a:pt x="814404" y="117886"/>
                      <a:pt x="1011941" y="207448"/>
                    </a:cubicBezTo>
                    <a:lnTo>
                      <a:pt x="1012056" y="207319"/>
                    </a:lnTo>
                    <a:lnTo>
                      <a:pt x="1065213" y="148076"/>
                    </a:lnTo>
                    <a:cubicBezTo>
                      <a:pt x="1206921" y="25143"/>
                      <a:pt x="1460687" y="12595"/>
                      <a:pt x="1620983" y="134897"/>
                    </a:cubicBezTo>
                    <a:lnTo>
                      <a:pt x="1623699" y="131717"/>
                    </a:lnTo>
                    <a:lnTo>
                      <a:pt x="1663151" y="85532"/>
                    </a:lnTo>
                    <a:cubicBezTo>
                      <a:pt x="1712391" y="40824"/>
                      <a:pt x="1781495" y="10842"/>
                      <a:pt x="1858300" y="2419"/>
                    </a:cubicBezTo>
                    <a:cubicBezTo>
                      <a:pt x="1879434" y="98"/>
                      <a:pt x="1900563" y="-531"/>
                      <a:pt x="1921401" y="44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4" name="รูปแบบอิสระ 13"/>
              <p:cNvSpPr/>
              <p:nvPr/>
            </p:nvSpPr>
            <p:spPr>
              <a:xfrm>
                <a:off x="4041428" y="-63475"/>
                <a:ext cx="3408059" cy="1241177"/>
              </a:xfrm>
              <a:custGeom>
                <a:avLst/>
                <a:gdLst>
                  <a:gd name="connsiteX0" fmla="*/ 308315 w 3408059"/>
                  <a:gd name="connsiteY0" fmla="*/ 0 h 1241177"/>
                  <a:gd name="connsiteX1" fmla="*/ 3328993 w 3408059"/>
                  <a:gd name="connsiteY1" fmla="*/ 0 h 1241177"/>
                  <a:gd name="connsiteX2" fmla="*/ 3297597 w 3408059"/>
                  <a:gd name="connsiteY2" fmla="*/ 97558 h 1241177"/>
                  <a:gd name="connsiteX3" fmla="*/ 3391984 w 3408059"/>
                  <a:gd name="connsiteY3" fmla="*/ 419817 h 1241177"/>
                  <a:gd name="connsiteX4" fmla="*/ 2949832 w 3408059"/>
                  <a:gd name="connsiteY4" fmla="*/ 701907 h 1241177"/>
                  <a:gd name="connsiteX5" fmla="*/ 2791548 w 3408059"/>
                  <a:gd name="connsiteY5" fmla="*/ 943621 h 1241177"/>
                  <a:gd name="connsiteX6" fmla="*/ 2252645 w 3408059"/>
                  <a:gd name="connsiteY6" fmla="*/ 972888 h 1241177"/>
                  <a:gd name="connsiteX7" fmla="*/ 1867534 w 3408059"/>
                  <a:gd name="connsiteY7" fmla="*/ 1230752 h 1241177"/>
                  <a:gd name="connsiteX8" fmla="*/ 1301292 w 3408059"/>
                  <a:gd name="connsiteY8" fmla="*/ 1073353 h 1241177"/>
                  <a:gd name="connsiteX9" fmla="*/ 460162 w 3408059"/>
                  <a:gd name="connsiteY9" fmla="*/ 917839 h 1241177"/>
                  <a:gd name="connsiteX10" fmla="*/ 90336 w 3408059"/>
                  <a:gd name="connsiteY10" fmla="*/ 744781 h 1241177"/>
                  <a:gd name="connsiteX11" fmla="*/ 169359 w 3408059"/>
                  <a:gd name="connsiteY11" fmla="*/ 511183 h 1241177"/>
                  <a:gd name="connsiteX12" fmla="*/ 2488 w 3408059"/>
                  <a:gd name="connsiteY12" fmla="*/ 271518 h 1241177"/>
                  <a:gd name="connsiteX13" fmla="*/ 307237 w 3408059"/>
                  <a:gd name="connsiteY13" fmla="*/ 58496 h 1241177"/>
                  <a:gd name="connsiteX14" fmla="*/ 310152 w 3408059"/>
                  <a:gd name="connsiteY14" fmla="*/ 52880 h 1241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408059" h="1241177">
                    <a:moveTo>
                      <a:pt x="308315" y="0"/>
                    </a:moveTo>
                    <a:lnTo>
                      <a:pt x="3328993" y="0"/>
                    </a:lnTo>
                    <a:lnTo>
                      <a:pt x="3297597" y="97558"/>
                    </a:lnTo>
                    <a:cubicBezTo>
                      <a:pt x="3396948" y="189129"/>
                      <a:pt x="3431693" y="307834"/>
                      <a:pt x="3391984" y="419817"/>
                    </a:cubicBezTo>
                    <a:cubicBezTo>
                      <a:pt x="3339197" y="568691"/>
                      <a:pt x="3164447" y="680182"/>
                      <a:pt x="2949832" y="701907"/>
                    </a:cubicBezTo>
                    <a:cubicBezTo>
                      <a:pt x="2948807" y="794830"/>
                      <a:pt x="2891056" y="882957"/>
                      <a:pt x="2791548" y="943621"/>
                    </a:cubicBezTo>
                    <a:cubicBezTo>
                      <a:pt x="2640356" y="1035806"/>
                      <a:pt x="2421959" y="1047652"/>
                      <a:pt x="2252645" y="972888"/>
                    </a:cubicBezTo>
                    <a:cubicBezTo>
                      <a:pt x="2197888" y="1101307"/>
                      <a:pt x="2051266" y="1199477"/>
                      <a:pt x="1867534" y="1230752"/>
                    </a:cubicBezTo>
                    <a:cubicBezTo>
                      <a:pt x="1651028" y="1267602"/>
                      <a:pt x="1425067" y="1204806"/>
                      <a:pt x="1301292" y="1073353"/>
                    </a:cubicBezTo>
                    <a:cubicBezTo>
                      <a:pt x="1009150" y="1198124"/>
                      <a:pt x="629712" y="1127992"/>
                      <a:pt x="460162" y="917839"/>
                    </a:cubicBezTo>
                    <a:cubicBezTo>
                      <a:pt x="293606" y="931652"/>
                      <a:pt x="137214" y="858486"/>
                      <a:pt x="90336" y="744781"/>
                    </a:cubicBezTo>
                    <a:cubicBezTo>
                      <a:pt x="56379" y="662516"/>
                      <a:pt x="86396" y="573733"/>
                      <a:pt x="169359" y="511183"/>
                    </a:cubicBezTo>
                    <a:cubicBezTo>
                      <a:pt x="51651" y="462118"/>
                      <a:pt x="-13900" y="367966"/>
                      <a:pt x="2488" y="271518"/>
                    </a:cubicBezTo>
                    <a:cubicBezTo>
                      <a:pt x="21712" y="158592"/>
                      <a:pt x="148244" y="70137"/>
                      <a:pt x="307237" y="58496"/>
                    </a:cubicBezTo>
                    <a:cubicBezTo>
                      <a:pt x="308182" y="56610"/>
                      <a:pt x="309206" y="54766"/>
                      <a:pt x="310152" y="5288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15" name="กล่องข้อความ 14"/>
            <p:cNvSpPr txBox="1"/>
            <p:nvPr/>
          </p:nvSpPr>
          <p:spPr>
            <a:xfrm>
              <a:off x="4268125" y="2493311"/>
              <a:ext cx="575538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dirty="0" smtClean="0">
                  <a:gradFill flip="none" rotWithShape="1">
                    <a:gsLst>
                      <a:gs pos="0">
                        <a:schemeClr val="tx1">
                          <a:lumMod val="95000"/>
                          <a:lumOff val="5000"/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lumMod val="95000"/>
                          <a:lumOff val="5000"/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effectLst>
                    <a:glow>
                      <a:schemeClr val="accent1"/>
                    </a:glow>
                    <a:outerShdw dist="50800" dir="5400000" sx="167000" sy="167000" algn="ctr" rotWithShape="0">
                      <a:srgbClr val="000000">
                        <a:alpha val="0"/>
                      </a:srgbClr>
                    </a:outerShdw>
                  </a:effectLst>
                </a:rPr>
                <a:t>LAVEL 1</a:t>
              </a:r>
              <a:endParaRPr lang="th-TH" sz="8000" dirty="0">
                <a:gradFill flip="none" rotWithShape="1">
                  <a:gsLst>
                    <a:gs pos="0">
                      <a:schemeClr val="tx1">
                        <a:lumMod val="95000"/>
                        <a:lumOff val="5000"/>
                        <a:tint val="66000"/>
                        <a:satMod val="160000"/>
                      </a:schemeClr>
                    </a:gs>
                    <a:gs pos="50000">
                      <a:schemeClr val="tx1">
                        <a:lumMod val="95000"/>
                        <a:lumOff val="5000"/>
                        <a:tint val="44500"/>
                        <a:satMod val="160000"/>
                      </a:schemeClr>
                    </a:gs>
                    <a:gs pos="100000">
                      <a:schemeClr val="tx1">
                        <a:lumMod val="95000"/>
                        <a:lumOff val="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>
                    <a:schemeClr val="accent1"/>
                  </a:glow>
                  <a:outerShdw dist="50800" dir="5400000" sx="167000" sy="167000" algn="ctr" rotWithShape="0">
                    <a:srgbClr val="000000">
                      <a:alpha val="0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6754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กลุ่ม 4"/>
          <p:cNvGrpSpPr/>
          <p:nvPr/>
        </p:nvGrpSpPr>
        <p:grpSpPr>
          <a:xfrm>
            <a:off x="0" y="-63475"/>
            <a:ext cx="12192000" cy="6984950"/>
            <a:chOff x="0" y="-63475"/>
            <a:chExt cx="12192000" cy="6984950"/>
          </a:xfrm>
        </p:grpSpPr>
        <p:grpSp>
          <p:nvGrpSpPr>
            <p:cNvPr id="6" name="กลุ่ม 5"/>
            <p:cNvGrpSpPr/>
            <p:nvPr/>
          </p:nvGrpSpPr>
          <p:grpSpPr>
            <a:xfrm>
              <a:off x="0" y="-63475"/>
              <a:ext cx="12192000" cy="6984950"/>
              <a:chOff x="0" y="-63475"/>
              <a:chExt cx="12192000" cy="6984950"/>
            </a:xfrm>
          </p:grpSpPr>
          <p:sp>
            <p:nvSpPr>
              <p:cNvPr id="8" name="สี่เหลี่ยมผืนผ้า 7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9" name="รูปแบบอิสระ 8"/>
              <p:cNvSpPr/>
              <p:nvPr/>
            </p:nvSpPr>
            <p:spPr>
              <a:xfrm>
                <a:off x="0" y="157373"/>
                <a:ext cx="2706975" cy="1684411"/>
              </a:xfrm>
              <a:custGeom>
                <a:avLst/>
                <a:gdLst>
                  <a:gd name="connsiteX0" fmla="*/ 1151349 w 2706975"/>
                  <a:gd name="connsiteY0" fmla="*/ 419 h 1684411"/>
                  <a:gd name="connsiteX1" fmla="*/ 1375016 w 2706975"/>
                  <a:gd name="connsiteY1" fmla="*/ 47521 h 1684411"/>
                  <a:gd name="connsiteX2" fmla="*/ 1447614 w 2706975"/>
                  <a:gd name="connsiteY2" fmla="*/ 88656 h 1684411"/>
                  <a:gd name="connsiteX3" fmla="*/ 1452101 w 2706975"/>
                  <a:gd name="connsiteY3" fmla="*/ 91198 h 1684411"/>
                  <a:gd name="connsiteX4" fmla="*/ 1838015 w 2706975"/>
                  <a:gd name="connsiteY4" fmla="*/ 1261 h 1684411"/>
                  <a:gd name="connsiteX5" fmla="*/ 1979846 w 2706975"/>
                  <a:gd name="connsiteY5" fmla="*/ 21397 h 1684411"/>
                  <a:gd name="connsiteX6" fmla="*/ 2247469 w 2706975"/>
                  <a:gd name="connsiteY6" fmla="*/ 211822 h 1684411"/>
                  <a:gd name="connsiteX7" fmla="*/ 2248926 w 2706975"/>
                  <a:gd name="connsiteY7" fmla="*/ 212161 h 1684411"/>
                  <a:gd name="connsiteX8" fmla="*/ 2362087 w 2706975"/>
                  <a:gd name="connsiteY8" fmla="*/ 238539 h 1684411"/>
                  <a:gd name="connsiteX9" fmla="*/ 2590925 w 2706975"/>
                  <a:gd name="connsiteY9" fmla="*/ 396634 h 1684411"/>
                  <a:gd name="connsiteX10" fmla="*/ 2575552 w 2706975"/>
                  <a:gd name="connsiteY10" fmla="*/ 597036 h 1684411"/>
                  <a:gd name="connsiteX11" fmla="*/ 2687850 w 2706975"/>
                  <a:gd name="connsiteY11" fmla="*/ 903446 h 1684411"/>
                  <a:gd name="connsiteX12" fmla="*/ 2161792 w 2706975"/>
                  <a:gd name="connsiteY12" fmla="*/ 1171662 h 1684411"/>
                  <a:gd name="connsiteX13" fmla="*/ 1973472 w 2706975"/>
                  <a:gd name="connsiteY13" fmla="*/ 1401489 h 1684411"/>
                  <a:gd name="connsiteX14" fmla="*/ 1332304 w 2706975"/>
                  <a:gd name="connsiteY14" fmla="*/ 1429316 h 1684411"/>
                  <a:gd name="connsiteX15" fmla="*/ 874112 w 2706975"/>
                  <a:gd name="connsiteY15" fmla="*/ 1674499 h 1684411"/>
                  <a:gd name="connsiteX16" fmla="*/ 200416 w 2706975"/>
                  <a:gd name="connsiteY16" fmla="*/ 1524840 h 1684411"/>
                  <a:gd name="connsiteX17" fmla="*/ 65895 w 2706975"/>
                  <a:gd name="connsiteY17" fmla="*/ 1560744 h 1684411"/>
                  <a:gd name="connsiteX18" fmla="*/ 0 w 2706975"/>
                  <a:gd name="connsiteY18" fmla="*/ 1569746 h 1684411"/>
                  <a:gd name="connsiteX19" fmla="*/ 0 w 2706975"/>
                  <a:gd name="connsiteY19" fmla="*/ 171512 h 1684411"/>
                  <a:gd name="connsiteX20" fmla="*/ 37706 w 2706975"/>
                  <a:gd name="connsiteY20" fmla="*/ 140793 h 1684411"/>
                  <a:gd name="connsiteX21" fmla="*/ 760595 w 2706975"/>
                  <a:gd name="connsiteY21" fmla="*/ 128262 h 1684411"/>
                  <a:gd name="connsiteX22" fmla="*/ 764128 w 2706975"/>
                  <a:gd name="connsiteY22" fmla="*/ 125239 h 1684411"/>
                  <a:gd name="connsiteX23" fmla="*/ 815443 w 2706975"/>
                  <a:gd name="connsiteY23" fmla="*/ 81325 h 1684411"/>
                  <a:gd name="connsiteX24" fmla="*/ 1069275 w 2706975"/>
                  <a:gd name="connsiteY24" fmla="*/ 2300 h 1684411"/>
                  <a:gd name="connsiteX25" fmla="*/ 1151349 w 2706975"/>
                  <a:gd name="connsiteY25" fmla="*/ 419 h 1684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706975" h="1684411">
                    <a:moveTo>
                      <a:pt x="1151349" y="419"/>
                    </a:moveTo>
                    <a:cubicBezTo>
                      <a:pt x="1232660" y="3191"/>
                      <a:pt x="1310563" y="19667"/>
                      <a:pt x="1375016" y="47521"/>
                    </a:cubicBezTo>
                    <a:lnTo>
                      <a:pt x="1447614" y="88656"/>
                    </a:lnTo>
                    <a:lnTo>
                      <a:pt x="1452101" y="91198"/>
                    </a:lnTo>
                    <a:cubicBezTo>
                      <a:pt x="1549260" y="26483"/>
                      <a:pt x="1694086" y="-5634"/>
                      <a:pt x="1838015" y="1261"/>
                    </a:cubicBezTo>
                    <a:cubicBezTo>
                      <a:pt x="1885991" y="3559"/>
                      <a:pt x="1933868" y="10192"/>
                      <a:pt x="1979846" y="21397"/>
                    </a:cubicBezTo>
                    <a:cubicBezTo>
                      <a:pt x="2119985" y="55538"/>
                      <a:pt x="2220472" y="127015"/>
                      <a:pt x="2247469" y="211822"/>
                    </a:cubicBezTo>
                    <a:lnTo>
                      <a:pt x="2248926" y="212161"/>
                    </a:lnTo>
                    <a:lnTo>
                      <a:pt x="2362087" y="238539"/>
                    </a:lnTo>
                    <a:cubicBezTo>
                      <a:pt x="2469159" y="272844"/>
                      <a:pt x="2551555" y="328820"/>
                      <a:pt x="2590925" y="396634"/>
                    </a:cubicBezTo>
                    <a:cubicBezTo>
                      <a:pt x="2629077" y="462266"/>
                      <a:pt x="2623640" y="533548"/>
                      <a:pt x="2575552" y="597036"/>
                    </a:cubicBezTo>
                    <a:cubicBezTo>
                      <a:pt x="2693756" y="684103"/>
                      <a:pt x="2735094" y="796970"/>
                      <a:pt x="2687850" y="903446"/>
                    </a:cubicBezTo>
                    <a:cubicBezTo>
                      <a:pt x="2625046" y="1044998"/>
                      <a:pt x="2417135" y="1151006"/>
                      <a:pt x="2161792" y="1171662"/>
                    </a:cubicBezTo>
                    <a:cubicBezTo>
                      <a:pt x="2160573" y="1260015"/>
                      <a:pt x="2091863" y="1343808"/>
                      <a:pt x="1973472" y="1401489"/>
                    </a:cubicBezTo>
                    <a:cubicBezTo>
                      <a:pt x="1793589" y="1489140"/>
                      <a:pt x="1533747" y="1500404"/>
                      <a:pt x="1332304" y="1429316"/>
                    </a:cubicBezTo>
                    <a:cubicBezTo>
                      <a:pt x="1267156" y="1551420"/>
                      <a:pt x="1092709" y="1644762"/>
                      <a:pt x="874112" y="1674499"/>
                    </a:cubicBezTo>
                    <a:cubicBezTo>
                      <a:pt x="616520" y="1709536"/>
                      <a:pt x="347679" y="1649828"/>
                      <a:pt x="200416" y="1524840"/>
                    </a:cubicBezTo>
                    <a:cubicBezTo>
                      <a:pt x="156969" y="1539670"/>
                      <a:pt x="111898" y="1551603"/>
                      <a:pt x="65895" y="1560744"/>
                    </a:cubicBezTo>
                    <a:lnTo>
                      <a:pt x="0" y="1569746"/>
                    </a:lnTo>
                    <a:lnTo>
                      <a:pt x="0" y="171512"/>
                    </a:lnTo>
                    <a:lnTo>
                      <a:pt x="37706" y="140793"/>
                    </a:lnTo>
                    <a:cubicBezTo>
                      <a:pt x="222026" y="23906"/>
                      <a:pt x="552098" y="11975"/>
                      <a:pt x="760595" y="128262"/>
                    </a:cubicBezTo>
                    <a:lnTo>
                      <a:pt x="764128" y="125239"/>
                    </a:lnTo>
                    <a:lnTo>
                      <a:pt x="815443" y="81325"/>
                    </a:lnTo>
                    <a:cubicBezTo>
                      <a:pt x="879490" y="38816"/>
                      <a:pt x="969373" y="10309"/>
                      <a:pt x="1069275" y="2300"/>
                    </a:cubicBezTo>
                    <a:cubicBezTo>
                      <a:pt x="1096763" y="93"/>
                      <a:pt x="1124245" y="-505"/>
                      <a:pt x="1151349" y="41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0" name="เมฆ 9"/>
              <p:cNvSpPr/>
              <p:nvPr/>
            </p:nvSpPr>
            <p:spPr>
              <a:xfrm>
                <a:off x="7998771" y="157373"/>
                <a:ext cx="4049486" cy="1683657"/>
              </a:xfrm>
              <a:prstGeom prst="cloud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1" name="เมฆ 10"/>
              <p:cNvSpPr/>
              <p:nvPr/>
            </p:nvSpPr>
            <p:spPr>
              <a:xfrm>
                <a:off x="8723086" y="2691477"/>
                <a:ext cx="3468914" cy="1538521"/>
              </a:xfrm>
              <a:prstGeom prst="cloud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2" name="เมฆ 11"/>
              <p:cNvSpPr/>
              <p:nvPr/>
            </p:nvSpPr>
            <p:spPr>
              <a:xfrm>
                <a:off x="4328007" y="2210564"/>
                <a:ext cx="3403599" cy="1770743"/>
              </a:xfrm>
              <a:prstGeom prst="cloud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เมฆ 12"/>
              <p:cNvSpPr/>
              <p:nvPr/>
            </p:nvSpPr>
            <p:spPr>
              <a:xfrm>
                <a:off x="234038" y="2691477"/>
                <a:ext cx="3113313" cy="1770743"/>
              </a:xfrm>
              <a:prstGeom prst="cloud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4" name="รูปแบบอิสระ 13"/>
              <p:cNvSpPr/>
              <p:nvPr/>
            </p:nvSpPr>
            <p:spPr>
              <a:xfrm>
                <a:off x="8723086" y="5638204"/>
                <a:ext cx="3117392" cy="1283271"/>
              </a:xfrm>
              <a:custGeom>
                <a:avLst/>
                <a:gdLst>
                  <a:gd name="connsiteX0" fmla="*/ 1921400 w 3117392"/>
                  <a:gd name="connsiteY0" fmla="*/ 441 h 1283271"/>
                  <a:gd name="connsiteX1" fmla="*/ 2093360 w 3117392"/>
                  <a:gd name="connsiteY1" fmla="*/ 49979 h 1283271"/>
                  <a:gd name="connsiteX2" fmla="*/ 2149174 w 3117392"/>
                  <a:gd name="connsiteY2" fmla="*/ 93242 h 1283271"/>
                  <a:gd name="connsiteX3" fmla="*/ 2152624 w 3117392"/>
                  <a:gd name="connsiteY3" fmla="*/ 95916 h 1283271"/>
                  <a:gd name="connsiteX4" fmla="*/ 2449321 w 3117392"/>
                  <a:gd name="connsiteY4" fmla="*/ 1327 h 1283271"/>
                  <a:gd name="connsiteX5" fmla="*/ 2558363 w 3117392"/>
                  <a:gd name="connsiteY5" fmla="*/ 22504 h 1283271"/>
                  <a:gd name="connsiteX6" fmla="*/ 2764116 w 3117392"/>
                  <a:gd name="connsiteY6" fmla="*/ 222778 h 1283271"/>
                  <a:gd name="connsiteX7" fmla="*/ 2765236 w 3117392"/>
                  <a:gd name="connsiteY7" fmla="*/ 223135 h 1283271"/>
                  <a:gd name="connsiteX8" fmla="*/ 2852236 w 3117392"/>
                  <a:gd name="connsiteY8" fmla="*/ 250878 h 1283271"/>
                  <a:gd name="connsiteX9" fmla="*/ 3028171 w 3117392"/>
                  <a:gd name="connsiteY9" fmla="*/ 417150 h 1283271"/>
                  <a:gd name="connsiteX10" fmla="*/ 3016352 w 3117392"/>
                  <a:gd name="connsiteY10" fmla="*/ 627918 h 1283271"/>
                  <a:gd name="connsiteX11" fmla="*/ 3102688 w 3117392"/>
                  <a:gd name="connsiteY11" fmla="*/ 950177 h 1283271"/>
                  <a:gd name="connsiteX12" fmla="*/ 2698246 w 3117392"/>
                  <a:gd name="connsiteY12" fmla="*/ 1232266 h 1283271"/>
                  <a:gd name="connsiteX13" fmla="*/ 2690631 w 3117392"/>
                  <a:gd name="connsiteY13" fmla="*/ 1283271 h 1283271"/>
                  <a:gd name="connsiteX14" fmla="*/ 87863 w 3117392"/>
                  <a:gd name="connsiteY14" fmla="*/ 1283271 h 1283271"/>
                  <a:gd name="connsiteX15" fmla="*/ 82631 w 3117392"/>
                  <a:gd name="connsiteY15" fmla="*/ 1275141 h 1283271"/>
                  <a:gd name="connsiteX16" fmla="*/ 154915 w 3117392"/>
                  <a:gd name="connsiteY16" fmla="*/ 1041542 h 1283271"/>
                  <a:gd name="connsiteX17" fmla="*/ 2276 w 3117392"/>
                  <a:gd name="connsiteY17" fmla="*/ 801877 h 1283271"/>
                  <a:gd name="connsiteX18" fmla="*/ 281032 w 3117392"/>
                  <a:gd name="connsiteY18" fmla="*/ 588855 h 1283271"/>
                  <a:gd name="connsiteX19" fmla="*/ 283699 w 3117392"/>
                  <a:gd name="connsiteY19" fmla="*/ 583239 h 1283271"/>
                  <a:gd name="connsiteX20" fmla="*/ 407871 w 3117392"/>
                  <a:gd name="connsiteY20" fmla="*/ 277335 h 1283271"/>
                  <a:gd name="connsiteX21" fmla="*/ 1011940 w 3117392"/>
                  <a:gd name="connsiteY21" fmla="*/ 207448 h 1283271"/>
                  <a:gd name="connsiteX22" fmla="*/ 1012056 w 3117392"/>
                  <a:gd name="connsiteY22" fmla="*/ 207319 h 1283271"/>
                  <a:gd name="connsiteX23" fmla="*/ 1065213 w 3117392"/>
                  <a:gd name="connsiteY23" fmla="*/ 148076 h 1283271"/>
                  <a:gd name="connsiteX24" fmla="*/ 1620982 w 3117392"/>
                  <a:gd name="connsiteY24" fmla="*/ 134897 h 1283271"/>
                  <a:gd name="connsiteX25" fmla="*/ 1623699 w 3117392"/>
                  <a:gd name="connsiteY25" fmla="*/ 131717 h 1283271"/>
                  <a:gd name="connsiteX26" fmla="*/ 1663151 w 3117392"/>
                  <a:gd name="connsiteY26" fmla="*/ 85532 h 1283271"/>
                  <a:gd name="connsiteX27" fmla="*/ 1858300 w 3117392"/>
                  <a:gd name="connsiteY27" fmla="*/ 2419 h 1283271"/>
                  <a:gd name="connsiteX28" fmla="*/ 1921400 w 3117392"/>
                  <a:gd name="connsiteY28" fmla="*/ 441 h 1283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117392" h="1283271">
                    <a:moveTo>
                      <a:pt x="1921400" y="441"/>
                    </a:moveTo>
                    <a:cubicBezTo>
                      <a:pt x="1983913" y="3357"/>
                      <a:pt x="2043807" y="20684"/>
                      <a:pt x="2093360" y="49979"/>
                    </a:cubicBezTo>
                    <a:lnTo>
                      <a:pt x="2149174" y="93242"/>
                    </a:lnTo>
                    <a:lnTo>
                      <a:pt x="2152624" y="95916"/>
                    </a:lnTo>
                    <a:cubicBezTo>
                      <a:pt x="2227322" y="27853"/>
                      <a:pt x="2338666" y="-5925"/>
                      <a:pt x="2449321" y="1327"/>
                    </a:cubicBezTo>
                    <a:cubicBezTo>
                      <a:pt x="2486206" y="3744"/>
                      <a:pt x="2523014" y="10720"/>
                      <a:pt x="2558363" y="22504"/>
                    </a:cubicBezTo>
                    <a:cubicBezTo>
                      <a:pt x="2666104" y="58411"/>
                      <a:pt x="2743360" y="133585"/>
                      <a:pt x="2764116" y="222778"/>
                    </a:cubicBezTo>
                    <a:lnTo>
                      <a:pt x="2765236" y="223135"/>
                    </a:lnTo>
                    <a:lnTo>
                      <a:pt x="2852236" y="250878"/>
                    </a:lnTo>
                    <a:cubicBezTo>
                      <a:pt x="2934555" y="286957"/>
                      <a:pt x="2997902" y="345829"/>
                      <a:pt x="3028171" y="417150"/>
                    </a:cubicBezTo>
                    <a:cubicBezTo>
                      <a:pt x="3057502" y="486176"/>
                      <a:pt x="3053322" y="561146"/>
                      <a:pt x="3016352" y="627918"/>
                    </a:cubicBezTo>
                    <a:cubicBezTo>
                      <a:pt x="3107229" y="719488"/>
                      <a:pt x="3139010" y="838193"/>
                      <a:pt x="3102688" y="950177"/>
                    </a:cubicBezTo>
                    <a:cubicBezTo>
                      <a:pt x="3054404" y="1099050"/>
                      <a:pt x="2894558" y="1210541"/>
                      <a:pt x="2698246" y="1232266"/>
                    </a:cubicBezTo>
                    <a:lnTo>
                      <a:pt x="2690631" y="1283271"/>
                    </a:lnTo>
                    <a:lnTo>
                      <a:pt x="87863" y="1283271"/>
                    </a:lnTo>
                    <a:lnTo>
                      <a:pt x="82631" y="1275141"/>
                    </a:lnTo>
                    <a:cubicBezTo>
                      <a:pt x="51570" y="1192875"/>
                      <a:pt x="79028" y="1104092"/>
                      <a:pt x="154915" y="1041542"/>
                    </a:cubicBezTo>
                    <a:cubicBezTo>
                      <a:pt x="47246" y="992478"/>
                      <a:pt x="-12714" y="898325"/>
                      <a:pt x="2276" y="801877"/>
                    </a:cubicBezTo>
                    <a:cubicBezTo>
                      <a:pt x="19860" y="688951"/>
                      <a:pt x="135600" y="600496"/>
                      <a:pt x="281032" y="588855"/>
                    </a:cubicBezTo>
                    <a:cubicBezTo>
                      <a:pt x="281897" y="586969"/>
                      <a:pt x="282834" y="585125"/>
                      <a:pt x="283699" y="583239"/>
                    </a:cubicBezTo>
                    <a:cubicBezTo>
                      <a:pt x="264169" y="472035"/>
                      <a:pt x="309715" y="359888"/>
                      <a:pt x="407871" y="277335"/>
                    </a:cubicBezTo>
                    <a:cubicBezTo>
                      <a:pt x="562960" y="146948"/>
                      <a:pt x="814404" y="117886"/>
                      <a:pt x="1011940" y="207448"/>
                    </a:cubicBezTo>
                    <a:lnTo>
                      <a:pt x="1012056" y="207319"/>
                    </a:lnTo>
                    <a:lnTo>
                      <a:pt x="1065213" y="148076"/>
                    </a:lnTo>
                    <a:cubicBezTo>
                      <a:pt x="1206921" y="25143"/>
                      <a:pt x="1460686" y="12595"/>
                      <a:pt x="1620982" y="134897"/>
                    </a:cubicBezTo>
                    <a:lnTo>
                      <a:pt x="1623699" y="131717"/>
                    </a:lnTo>
                    <a:lnTo>
                      <a:pt x="1663151" y="85532"/>
                    </a:lnTo>
                    <a:cubicBezTo>
                      <a:pt x="1712391" y="40824"/>
                      <a:pt x="1781494" y="10842"/>
                      <a:pt x="1858300" y="2419"/>
                    </a:cubicBezTo>
                    <a:cubicBezTo>
                      <a:pt x="1879434" y="98"/>
                      <a:pt x="1900562" y="-531"/>
                      <a:pt x="1921400" y="44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5" name="รูปแบบอิสระ 14"/>
              <p:cNvSpPr/>
              <p:nvPr/>
            </p:nvSpPr>
            <p:spPr>
              <a:xfrm>
                <a:off x="4652777" y="5775048"/>
                <a:ext cx="3117394" cy="1114689"/>
              </a:xfrm>
              <a:custGeom>
                <a:avLst/>
                <a:gdLst>
                  <a:gd name="connsiteX0" fmla="*/ 1921402 w 3117394"/>
                  <a:gd name="connsiteY0" fmla="*/ 441 h 1114689"/>
                  <a:gd name="connsiteX1" fmla="*/ 2093361 w 3117394"/>
                  <a:gd name="connsiteY1" fmla="*/ 49979 h 1114689"/>
                  <a:gd name="connsiteX2" fmla="*/ 2149175 w 3117394"/>
                  <a:gd name="connsiteY2" fmla="*/ 93242 h 1114689"/>
                  <a:gd name="connsiteX3" fmla="*/ 2152625 w 3117394"/>
                  <a:gd name="connsiteY3" fmla="*/ 95916 h 1114689"/>
                  <a:gd name="connsiteX4" fmla="*/ 2449322 w 3117394"/>
                  <a:gd name="connsiteY4" fmla="*/ 1327 h 1114689"/>
                  <a:gd name="connsiteX5" fmla="*/ 2558364 w 3117394"/>
                  <a:gd name="connsiteY5" fmla="*/ 22504 h 1114689"/>
                  <a:gd name="connsiteX6" fmla="*/ 2764117 w 3117394"/>
                  <a:gd name="connsiteY6" fmla="*/ 222778 h 1114689"/>
                  <a:gd name="connsiteX7" fmla="*/ 2765237 w 3117394"/>
                  <a:gd name="connsiteY7" fmla="*/ 223135 h 1114689"/>
                  <a:gd name="connsiteX8" fmla="*/ 2852237 w 3117394"/>
                  <a:gd name="connsiteY8" fmla="*/ 250878 h 1114689"/>
                  <a:gd name="connsiteX9" fmla="*/ 3028172 w 3117394"/>
                  <a:gd name="connsiteY9" fmla="*/ 417150 h 1114689"/>
                  <a:gd name="connsiteX10" fmla="*/ 3016353 w 3117394"/>
                  <a:gd name="connsiteY10" fmla="*/ 627918 h 1114689"/>
                  <a:gd name="connsiteX11" fmla="*/ 3102690 w 3117394"/>
                  <a:gd name="connsiteY11" fmla="*/ 950177 h 1114689"/>
                  <a:gd name="connsiteX12" fmla="*/ 3046732 w 3117394"/>
                  <a:gd name="connsiteY12" fmla="*/ 1054004 h 1114689"/>
                  <a:gd name="connsiteX13" fmla="*/ 2981861 w 3117394"/>
                  <a:gd name="connsiteY13" fmla="*/ 1114689 h 1114689"/>
                  <a:gd name="connsiteX14" fmla="*/ 96503 w 3117394"/>
                  <a:gd name="connsiteY14" fmla="*/ 1114689 h 1114689"/>
                  <a:gd name="connsiteX15" fmla="*/ 107239 w 3117394"/>
                  <a:gd name="connsiteY15" fmla="*/ 1092861 h 1114689"/>
                  <a:gd name="connsiteX16" fmla="*/ 154916 w 3117394"/>
                  <a:gd name="connsiteY16" fmla="*/ 1041542 h 1114689"/>
                  <a:gd name="connsiteX17" fmla="*/ 2276 w 3117394"/>
                  <a:gd name="connsiteY17" fmla="*/ 801877 h 1114689"/>
                  <a:gd name="connsiteX18" fmla="*/ 281034 w 3117394"/>
                  <a:gd name="connsiteY18" fmla="*/ 588855 h 1114689"/>
                  <a:gd name="connsiteX19" fmla="*/ 283700 w 3117394"/>
                  <a:gd name="connsiteY19" fmla="*/ 583239 h 1114689"/>
                  <a:gd name="connsiteX20" fmla="*/ 407872 w 3117394"/>
                  <a:gd name="connsiteY20" fmla="*/ 277335 h 1114689"/>
                  <a:gd name="connsiteX21" fmla="*/ 1011942 w 3117394"/>
                  <a:gd name="connsiteY21" fmla="*/ 207448 h 1114689"/>
                  <a:gd name="connsiteX22" fmla="*/ 1012057 w 3117394"/>
                  <a:gd name="connsiteY22" fmla="*/ 207319 h 1114689"/>
                  <a:gd name="connsiteX23" fmla="*/ 1065214 w 3117394"/>
                  <a:gd name="connsiteY23" fmla="*/ 148076 h 1114689"/>
                  <a:gd name="connsiteX24" fmla="*/ 1620983 w 3117394"/>
                  <a:gd name="connsiteY24" fmla="*/ 134897 h 1114689"/>
                  <a:gd name="connsiteX25" fmla="*/ 1623700 w 3117394"/>
                  <a:gd name="connsiteY25" fmla="*/ 131717 h 1114689"/>
                  <a:gd name="connsiteX26" fmla="*/ 1663152 w 3117394"/>
                  <a:gd name="connsiteY26" fmla="*/ 85532 h 1114689"/>
                  <a:gd name="connsiteX27" fmla="*/ 1858301 w 3117394"/>
                  <a:gd name="connsiteY27" fmla="*/ 2419 h 1114689"/>
                  <a:gd name="connsiteX28" fmla="*/ 1921402 w 3117394"/>
                  <a:gd name="connsiteY28" fmla="*/ 441 h 1114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117394" h="1114689">
                    <a:moveTo>
                      <a:pt x="1921402" y="441"/>
                    </a:moveTo>
                    <a:cubicBezTo>
                      <a:pt x="1983915" y="3357"/>
                      <a:pt x="2043808" y="20684"/>
                      <a:pt x="2093361" y="49979"/>
                    </a:cubicBezTo>
                    <a:lnTo>
                      <a:pt x="2149175" y="93242"/>
                    </a:lnTo>
                    <a:lnTo>
                      <a:pt x="2152625" y="95916"/>
                    </a:lnTo>
                    <a:cubicBezTo>
                      <a:pt x="2227323" y="27853"/>
                      <a:pt x="2338667" y="-5925"/>
                      <a:pt x="2449322" y="1327"/>
                    </a:cubicBezTo>
                    <a:cubicBezTo>
                      <a:pt x="2486207" y="3744"/>
                      <a:pt x="2523015" y="10720"/>
                      <a:pt x="2558364" y="22504"/>
                    </a:cubicBezTo>
                    <a:cubicBezTo>
                      <a:pt x="2666105" y="58411"/>
                      <a:pt x="2743362" y="133585"/>
                      <a:pt x="2764117" y="222778"/>
                    </a:cubicBezTo>
                    <a:lnTo>
                      <a:pt x="2765237" y="223135"/>
                    </a:lnTo>
                    <a:lnTo>
                      <a:pt x="2852237" y="250878"/>
                    </a:lnTo>
                    <a:cubicBezTo>
                      <a:pt x="2934556" y="286957"/>
                      <a:pt x="2997904" y="345829"/>
                      <a:pt x="3028172" y="417150"/>
                    </a:cubicBezTo>
                    <a:cubicBezTo>
                      <a:pt x="3057503" y="486176"/>
                      <a:pt x="3053324" y="561146"/>
                      <a:pt x="3016353" y="627918"/>
                    </a:cubicBezTo>
                    <a:cubicBezTo>
                      <a:pt x="3107230" y="719488"/>
                      <a:pt x="3139012" y="838193"/>
                      <a:pt x="3102690" y="950177"/>
                    </a:cubicBezTo>
                    <a:cubicBezTo>
                      <a:pt x="3090618" y="987395"/>
                      <a:pt x="3071575" y="1022277"/>
                      <a:pt x="3046732" y="1054004"/>
                    </a:cubicBezTo>
                    <a:lnTo>
                      <a:pt x="2981861" y="1114689"/>
                    </a:lnTo>
                    <a:lnTo>
                      <a:pt x="96503" y="1114689"/>
                    </a:lnTo>
                    <a:lnTo>
                      <a:pt x="107239" y="1092861"/>
                    </a:lnTo>
                    <a:cubicBezTo>
                      <a:pt x="119999" y="1074456"/>
                      <a:pt x="135944" y="1057179"/>
                      <a:pt x="154916" y="1041542"/>
                    </a:cubicBezTo>
                    <a:cubicBezTo>
                      <a:pt x="47247" y="992478"/>
                      <a:pt x="-12714" y="898325"/>
                      <a:pt x="2276" y="801877"/>
                    </a:cubicBezTo>
                    <a:cubicBezTo>
                      <a:pt x="19861" y="688951"/>
                      <a:pt x="135602" y="600496"/>
                      <a:pt x="281034" y="588855"/>
                    </a:cubicBezTo>
                    <a:cubicBezTo>
                      <a:pt x="281899" y="586969"/>
                      <a:pt x="282835" y="585125"/>
                      <a:pt x="283700" y="583239"/>
                    </a:cubicBezTo>
                    <a:cubicBezTo>
                      <a:pt x="264170" y="472035"/>
                      <a:pt x="309717" y="359888"/>
                      <a:pt x="407872" y="277335"/>
                    </a:cubicBezTo>
                    <a:cubicBezTo>
                      <a:pt x="562961" y="146948"/>
                      <a:pt x="814405" y="117886"/>
                      <a:pt x="1011942" y="207448"/>
                    </a:cubicBezTo>
                    <a:lnTo>
                      <a:pt x="1012057" y="207319"/>
                    </a:lnTo>
                    <a:lnTo>
                      <a:pt x="1065214" y="148076"/>
                    </a:lnTo>
                    <a:cubicBezTo>
                      <a:pt x="1206922" y="25143"/>
                      <a:pt x="1460687" y="12595"/>
                      <a:pt x="1620983" y="134897"/>
                    </a:cubicBezTo>
                    <a:lnTo>
                      <a:pt x="1623700" y="131717"/>
                    </a:lnTo>
                    <a:lnTo>
                      <a:pt x="1663152" y="85532"/>
                    </a:lnTo>
                    <a:cubicBezTo>
                      <a:pt x="1712392" y="40824"/>
                      <a:pt x="1781496" y="10842"/>
                      <a:pt x="1858301" y="2419"/>
                    </a:cubicBezTo>
                    <a:cubicBezTo>
                      <a:pt x="1879435" y="98"/>
                      <a:pt x="1900564" y="-531"/>
                      <a:pt x="1921402" y="44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6" name="รูปแบบอิสระ 15"/>
              <p:cNvSpPr/>
              <p:nvPr/>
            </p:nvSpPr>
            <p:spPr>
              <a:xfrm>
                <a:off x="582469" y="5750264"/>
                <a:ext cx="3117393" cy="1139473"/>
              </a:xfrm>
              <a:custGeom>
                <a:avLst/>
                <a:gdLst>
                  <a:gd name="connsiteX0" fmla="*/ 1921401 w 3117393"/>
                  <a:gd name="connsiteY0" fmla="*/ 441 h 1139473"/>
                  <a:gd name="connsiteX1" fmla="*/ 2093360 w 3117393"/>
                  <a:gd name="connsiteY1" fmla="*/ 49979 h 1139473"/>
                  <a:gd name="connsiteX2" fmla="*/ 2149174 w 3117393"/>
                  <a:gd name="connsiteY2" fmla="*/ 93242 h 1139473"/>
                  <a:gd name="connsiteX3" fmla="*/ 2152624 w 3117393"/>
                  <a:gd name="connsiteY3" fmla="*/ 95916 h 1139473"/>
                  <a:gd name="connsiteX4" fmla="*/ 2449321 w 3117393"/>
                  <a:gd name="connsiteY4" fmla="*/ 1327 h 1139473"/>
                  <a:gd name="connsiteX5" fmla="*/ 2558364 w 3117393"/>
                  <a:gd name="connsiteY5" fmla="*/ 22504 h 1139473"/>
                  <a:gd name="connsiteX6" fmla="*/ 2764116 w 3117393"/>
                  <a:gd name="connsiteY6" fmla="*/ 222778 h 1139473"/>
                  <a:gd name="connsiteX7" fmla="*/ 2765236 w 3117393"/>
                  <a:gd name="connsiteY7" fmla="*/ 223135 h 1139473"/>
                  <a:gd name="connsiteX8" fmla="*/ 2852236 w 3117393"/>
                  <a:gd name="connsiteY8" fmla="*/ 250878 h 1139473"/>
                  <a:gd name="connsiteX9" fmla="*/ 3028171 w 3117393"/>
                  <a:gd name="connsiteY9" fmla="*/ 417150 h 1139473"/>
                  <a:gd name="connsiteX10" fmla="*/ 3016352 w 3117393"/>
                  <a:gd name="connsiteY10" fmla="*/ 627918 h 1139473"/>
                  <a:gd name="connsiteX11" fmla="*/ 3102689 w 3117393"/>
                  <a:gd name="connsiteY11" fmla="*/ 950177 h 1139473"/>
                  <a:gd name="connsiteX12" fmla="*/ 2955978 w 3117393"/>
                  <a:gd name="connsiteY12" fmla="*/ 1138902 h 1139473"/>
                  <a:gd name="connsiteX13" fmla="*/ 2954869 w 3117393"/>
                  <a:gd name="connsiteY13" fmla="*/ 1139473 h 1139473"/>
                  <a:gd name="connsiteX14" fmla="*/ 84311 w 3117393"/>
                  <a:gd name="connsiteY14" fmla="*/ 1139473 h 1139473"/>
                  <a:gd name="connsiteX15" fmla="*/ 107238 w 3117393"/>
                  <a:gd name="connsiteY15" fmla="*/ 1092861 h 1139473"/>
                  <a:gd name="connsiteX16" fmla="*/ 154915 w 3117393"/>
                  <a:gd name="connsiteY16" fmla="*/ 1041542 h 1139473"/>
                  <a:gd name="connsiteX17" fmla="*/ 2276 w 3117393"/>
                  <a:gd name="connsiteY17" fmla="*/ 801877 h 1139473"/>
                  <a:gd name="connsiteX18" fmla="*/ 281033 w 3117393"/>
                  <a:gd name="connsiteY18" fmla="*/ 588855 h 1139473"/>
                  <a:gd name="connsiteX19" fmla="*/ 283699 w 3117393"/>
                  <a:gd name="connsiteY19" fmla="*/ 583239 h 1139473"/>
                  <a:gd name="connsiteX20" fmla="*/ 407872 w 3117393"/>
                  <a:gd name="connsiteY20" fmla="*/ 277335 h 1139473"/>
                  <a:gd name="connsiteX21" fmla="*/ 1011941 w 3117393"/>
                  <a:gd name="connsiteY21" fmla="*/ 207448 h 1139473"/>
                  <a:gd name="connsiteX22" fmla="*/ 1012056 w 3117393"/>
                  <a:gd name="connsiteY22" fmla="*/ 207319 h 1139473"/>
                  <a:gd name="connsiteX23" fmla="*/ 1065213 w 3117393"/>
                  <a:gd name="connsiteY23" fmla="*/ 148076 h 1139473"/>
                  <a:gd name="connsiteX24" fmla="*/ 1620983 w 3117393"/>
                  <a:gd name="connsiteY24" fmla="*/ 134897 h 1139473"/>
                  <a:gd name="connsiteX25" fmla="*/ 1623699 w 3117393"/>
                  <a:gd name="connsiteY25" fmla="*/ 131717 h 1139473"/>
                  <a:gd name="connsiteX26" fmla="*/ 1663151 w 3117393"/>
                  <a:gd name="connsiteY26" fmla="*/ 85532 h 1139473"/>
                  <a:gd name="connsiteX27" fmla="*/ 1858300 w 3117393"/>
                  <a:gd name="connsiteY27" fmla="*/ 2419 h 1139473"/>
                  <a:gd name="connsiteX28" fmla="*/ 1921401 w 3117393"/>
                  <a:gd name="connsiteY28" fmla="*/ 441 h 1139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117393" h="1139473">
                    <a:moveTo>
                      <a:pt x="1921401" y="441"/>
                    </a:moveTo>
                    <a:cubicBezTo>
                      <a:pt x="1983914" y="3357"/>
                      <a:pt x="2043807" y="20684"/>
                      <a:pt x="2093360" y="49979"/>
                    </a:cubicBezTo>
                    <a:lnTo>
                      <a:pt x="2149174" y="93242"/>
                    </a:lnTo>
                    <a:lnTo>
                      <a:pt x="2152624" y="95916"/>
                    </a:lnTo>
                    <a:cubicBezTo>
                      <a:pt x="2227322" y="27853"/>
                      <a:pt x="2338666" y="-5925"/>
                      <a:pt x="2449321" y="1327"/>
                    </a:cubicBezTo>
                    <a:cubicBezTo>
                      <a:pt x="2486206" y="3744"/>
                      <a:pt x="2523015" y="10720"/>
                      <a:pt x="2558364" y="22504"/>
                    </a:cubicBezTo>
                    <a:cubicBezTo>
                      <a:pt x="2666104" y="58411"/>
                      <a:pt x="2743361" y="133585"/>
                      <a:pt x="2764116" y="222778"/>
                    </a:cubicBezTo>
                    <a:lnTo>
                      <a:pt x="2765236" y="223135"/>
                    </a:lnTo>
                    <a:lnTo>
                      <a:pt x="2852236" y="250878"/>
                    </a:lnTo>
                    <a:cubicBezTo>
                      <a:pt x="2934555" y="286957"/>
                      <a:pt x="2997903" y="345829"/>
                      <a:pt x="3028171" y="417150"/>
                    </a:cubicBezTo>
                    <a:cubicBezTo>
                      <a:pt x="3057502" y="486176"/>
                      <a:pt x="3053323" y="561146"/>
                      <a:pt x="3016352" y="627918"/>
                    </a:cubicBezTo>
                    <a:cubicBezTo>
                      <a:pt x="3107229" y="719488"/>
                      <a:pt x="3139011" y="838193"/>
                      <a:pt x="3102689" y="950177"/>
                    </a:cubicBezTo>
                    <a:cubicBezTo>
                      <a:pt x="3078546" y="1024614"/>
                      <a:pt x="3026514" y="1089705"/>
                      <a:pt x="2955978" y="1138902"/>
                    </a:cubicBezTo>
                    <a:lnTo>
                      <a:pt x="2954869" y="1139473"/>
                    </a:lnTo>
                    <a:lnTo>
                      <a:pt x="84311" y="1139473"/>
                    </a:lnTo>
                    <a:lnTo>
                      <a:pt x="107238" y="1092861"/>
                    </a:lnTo>
                    <a:cubicBezTo>
                      <a:pt x="119998" y="1074456"/>
                      <a:pt x="135943" y="1057179"/>
                      <a:pt x="154915" y="1041542"/>
                    </a:cubicBezTo>
                    <a:cubicBezTo>
                      <a:pt x="47246" y="992478"/>
                      <a:pt x="-12714" y="898325"/>
                      <a:pt x="2276" y="801877"/>
                    </a:cubicBezTo>
                    <a:cubicBezTo>
                      <a:pt x="19860" y="688951"/>
                      <a:pt x="135601" y="600496"/>
                      <a:pt x="281033" y="588855"/>
                    </a:cubicBezTo>
                    <a:cubicBezTo>
                      <a:pt x="281897" y="586969"/>
                      <a:pt x="282835" y="585125"/>
                      <a:pt x="283699" y="583239"/>
                    </a:cubicBezTo>
                    <a:cubicBezTo>
                      <a:pt x="264169" y="472035"/>
                      <a:pt x="309716" y="359888"/>
                      <a:pt x="407872" y="277335"/>
                    </a:cubicBezTo>
                    <a:cubicBezTo>
                      <a:pt x="562961" y="146948"/>
                      <a:pt x="814404" y="117886"/>
                      <a:pt x="1011941" y="207448"/>
                    </a:cubicBezTo>
                    <a:lnTo>
                      <a:pt x="1012056" y="207319"/>
                    </a:lnTo>
                    <a:lnTo>
                      <a:pt x="1065213" y="148076"/>
                    </a:lnTo>
                    <a:cubicBezTo>
                      <a:pt x="1206921" y="25143"/>
                      <a:pt x="1460687" y="12595"/>
                      <a:pt x="1620983" y="134897"/>
                    </a:cubicBezTo>
                    <a:lnTo>
                      <a:pt x="1623699" y="131717"/>
                    </a:lnTo>
                    <a:lnTo>
                      <a:pt x="1663151" y="85532"/>
                    </a:lnTo>
                    <a:cubicBezTo>
                      <a:pt x="1712391" y="40824"/>
                      <a:pt x="1781495" y="10842"/>
                      <a:pt x="1858300" y="2419"/>
                    </a:cubicBezTo>
                    <a:cubicBezTo>
                      <a:pt x="1879434" y="98"/>
                      <a:pt x="1900563" y="-531"/>
                      <a:pt x="1921401" y="44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7" name="รูปแบบอิสระ 16"/>
              <p:cNvSpPr/>
              <p:nvPr/>
            </p:nvSpPr>
            <p:spPr>
              <a:xfrm>
                <a:off x="4041428" y="-63475"/>
                <a:ext cx="3408059" cy="1241177"/>
              </a:xfrm>
              <a:custGeom>
                <a:avLst/>
                <a:gdLst>
                  <a:gd name="connsiteX0" fmla="*/ 308315 w 3408059"/>
                  <a:gd name="connsiteY0" fmla="*/ 0 h 1241177"/>
                  <a:gd name="connsiteX1" fmla="*/ 3328993 w 3408059"/>
                  <a:gd name="connsiteY1" fmla="*/ 0 h 1241177"/>
                  <a:gd name="connsiteX2" fmla="*/ 3297597 w 3408059"/>
                  <a:gd name="connsiteY2" fmla="*/ 97558 h 1241177"/>
                  <a:gd name="connsiteX3" fmla="*/ 3391984 w 3408059"/>
                  <a:gd name="connsiteY3" fmla="*/ 419817 h 1241177"/>
                  <a:gd name="connsiteX4" fmla="*/ 2949832 w 3408059"/>
                  <a:gd name="connsiteY4" fmla="*/ 701907 h 1241177"/>
                  <a:gd name="connsiteX5" fmla="*/ 2791548 w 3408059"/>
                  <a:gd name="connsiteY5" fmla="*/ 943621 h 1241177"/>
                  <a:gd name="connsiteX6" fmla="*/ 2252645 w 3408059"/>
                  <a:gd name="connsiteY6" fmla="*/ 972888 h 1241177"/>
                  <a:gd name="connsiteX7" fmla="*/ 1867534 w 3408059"/>
                  <a:gd name="connsiteY7" fmla="*/ 1230752 h 1241177"/>
                  <a:gd name="connsiteX8" fmla="*/ 1301292 w 3408059"/>
                  <a:gd name="connsiteY8" fmla="*/ 1073353 h 1241177"/>
                  <a:gd name="connsiteX9" fmla="*/ 460162 w 3408059"/>
                  <a:gd name="connsiteY9" fmla="*/ 917839 h 1241177"/>
                  <a:gd name="connsiteX10" fmla="*/ 90336 w 3408059"/>
                  <a:gd name="connsiteY10" fmla="*/ 744781 h 1241177"/>
                  <a:gd name="connsiteX11" fmla="*/ 169359 w 3408059"/>
                  <a:gd name="connsiteY11" fmla="*/ 511183 h 1241177"/>
                  <a:gd name="connsiteX12" fmla="*/ 2488 w 3408059"/>
                  <a:gd name="connsiteY12" fmla="*/ 271518 h 1241177"/>
                  <a:gd name="connsiteX13" fmla="*/ 307237 w 3408059"/>
                  <a:gd name="connsiteY13" fmla="*/ 58496 h 1241177"/>
                  <a:gd name="connsiteX14" fmla="*/ 310152 w 3408059"/>
                  <a:gd name="connsiteY14" fmla="*/ 52880 h 1241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408059" h="1241177">
                    <a:moveTo>
                      <a:pt x="308315" y="0"/>
                    </a:moveTo>
                    <a:lnTo>
                      <a:pt x="3328993" y="0"/>
                    </a:lnTo>
                    <a:lnTo>
                      <a:pt x="3297597" y="97558"/>
                    </a:lnTo>
                    <a:cubicBezTo>
                      <a:pt x="3396948" y="189129"/>
                      <a:pt x="3431693" y="307834"/>
                      <a:pt x="3391984" y="419817"/>
                    </a:cubicBezTo>
                    <a:cubicBezTo>
                      <a:pt x="3339197" y="568691"/>
                      <a:pt x="3164447" y="680182"/>
                      <a:pt x="2949832" y="701907"/>
                    </a:cubicBezTo>
                    <a:cubicBezTo>
                      <a:pt x="2948807" y="794830"/>
                      <a:pt x="2891056" y="882957"/>
                      <a:pt x="2791548" y="943621"/>
                    </a:cubicBezTo>
                    <a:cubicBezTo>
                      <a:pt x="2640356" y="1035806"/>
                      <a:pt x="2421959" y="1047652"/>
                      <a:pt x="2252645" y="972888"/>
                    </a:cubicBezTo>
                    <a:cubicBezTo>
                      <a:pt x="2197888" y="1101307"/>
                      <a:pt x="2051266" y="1199477"/>
                      <a:pt x="1867534" y="1230752"/>
                    </a:cubicBezTo>
                    <a:cubicBezTo>
                      <a:pt x="1651028" y="1267602"/>
                      <a:pt x="1425067" y="1204806"/>
                      <a:pt x="1301292" y="1073353"/>
                    </a:cubicBezTo>
                    <a:cubicBezTo>
                      <a:pt x="1009150" y="1198124"/>
                      <a:pt x="629712" y="1127992"/>
                      <a:pt x="460162" y="917839"/>
                    </a:cubicBezTo>
                    <a:cubicBezTo>
                      <a:pt x="293606" y="931652"/>
                      <a:pt x="137214" y="858486"/>
                      <a:pt x="90336" y="744781"/>
                    </a:cubicBezTo>
                    <a:cubicBezTo>
                      <a:pt x="56379" y="662516"/>
                      <a:pt x="86396" y="573733"/>
                      <a:pt x="169359" y="511183"/>
                    </a:cubicBezTo>
                    <a:cubicBezTo>
                      <a:pt x="51651" y="462118"/>
                      <a:pt x="-13900" y="367966"/>
                      <a:pt x="2488" y="271518"/>
                    </a:cubicBezTo>
                    <a:cubicBezTo>
                      <a:pt x="21712" y="158592"/>
                      <a:pt x="148244" y="70137"/>
                      <a:pt x="307237" y="58496"/>
                    </a:cubicBezTo>
                    <a:cubicBezTo>
                      <a:pt x="308182" y="56610"/>
                      <a:pt x="309206" y="54766"/>
                      <a:pt x="310152" y="5288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7" name="กล่องข้อความ 6"/>
            <p:cNvSpPr txBox="1"/>
            <p:nvPr/>
          </p:nvSpPr>
          <p:spPr>
            <a:xfrm>
              <a:off x="4268125" y="2493311"/>
              <a:ext cx="575538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dirty="0" smtClean="0">
                  <a:gradFill flip="none" rotWithShape="1">
                    <a:gsLst>
                      <a:gs pos="0">
                        <a:schemeClr val="tx1">
                          <a:lumMod val="95000"/>
                          <a:lumOff val="5000"/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lumMod val="95000"/>
                          <a:lumOff val="5000"/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effectLst>
                    <a:glow>
                      <a:schemeClr val="accent1"/>
                    </a:glow>
                    <a:outerShdw dist="50800" dir="5400000" sx="167000" sy="167000" algn="ctr" rotWithShape="0">
                      <a:srgbClr val="000000">
                        <a:alpha val="0"/>
                      </a:srgbClr>
                    </a:outerShdw>
                  </a:effectLst>
                </a:rPr>
                <a:t>LAVEL 2</a:t>
              </a:r>
              <a:endParaRPr lang="th-TH" sz="8000" dirty="0">
                <a:gradFill flip="none" rotWithShape="1">
                  <a:gsLst>
                    <a:gs pos="0">
                      <a:schemeClr val="tx1">
                        <a:lumMod val="95000"/>
                        <a:lumOff val="5000"/>
                        <a:tint val="66000"/>
                        <a:satMod val="160000"/>
                      </a:schemeClr>
                    </a:gs>
                    <a:gs pos="50000">
                      <a:schemeClr val="tx1">
                        <a:lumMod val="95000"/>
                        <a:lumOff val="5000"/>
                        <a:tint val="44500"/>
                        <a:satMod val="160000"/>
                      </a:schemeClr>
                    </a:gs>
                    <a:gs pos="100000">
                      <a:schemeClr val="tx1">
                        <a:lumMod val="95000"/>
                        <a:lumOff val="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>
                    <a:schemeClr val="accent1"/>
                  </a:glow>
                  <a:outerShdw dist="50800" dir="5400000" sx="167000" sy="167000" algn="ctr" rotWithShape="0">
                    <a:srgbClr val="000000">
                      <a:alpha val="0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394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กลุ่ม 3"/>
          <p:cNvGrpSpPr/>
          <p:nvPr/>
        </p:nvGrpSpPr>
        <p:grpSpPr>
          <a:xfrm>
            <a:off x="0" y="-63475"/>
            <a:ext cx="12192000" cy="6984950"/>
            <a:chOff x="0" y="-63475"/>
            <a:chExt cx="12192000" cy="6984950"/>
          </a:xfrm>
        </p:grpSpPr>
        <p:grpSp>
          <p:nvGrpSpPr>
            <p:cNvPr id="5" name="กลุ่ม 4"/>
            <p:cNvGrpSpPr/>
            <p:nvPr/>
          </p:nvGrpSpPr>
          <p:grpSpPr>
            <a:xfrm>
              <a:off x="0" y="-63475"/>
              <a:ext cx="12192000" cy="6984950"/>
              <a:chOff x="0" y="-63475"/>
              <a:chExt cx="12192000" cy="6984950"/>
            </a:xfrm>
          </p:grpSpPr>
          <p:sp>
            <p:nvSpPr>
              <p:cNvPr id="7" name="สี่เหลี่ยมผืนผ้า 6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8" name="รูปแบบอิสระ 7"/>
              <p:cNvSpPr/>
              <p:nvPr/>
            </p:nvSpPr>
            <p:spPr>
              <a:xfrm>
                <a:off x="0" y="157373"/>
                <a:ext cx="2706975" cy="1684411"/>
              </a:xfrm>
              <a:custGeom>
                <a:avLst/>
                <a:gdLst>
                  <a:gd name="connsiteX0" fmla="*/ 1151349 w 2706975"/>
                  <a:gd name="connsiteY0" fmla="*/ 419 h 1684411"/>
                  <a:gd name="connsiteX1" fmla="*/ 1375016 w 2706975"/>
                  <a:gd name="connsiteY1" fmla="*/ 47521 h 1684411"/>
                  <a:gd name="connsiteX2" fmla="*/ 1447614 w 2706975"/>
                  <a:gd name="connsiteY2" fmla="*/ 88656 h 1684411"/>
                  <a:gd name="connsiteX3" fmla="*/ 1452101 w 2706975"/>
                  <a:gd name="connsiteY3" fmla="*/ 91198 h 1684411"/>
                  <a:gd name="connsiteX4" fmla="*/ 1838015 w 2706975"/>
                  <a:gd name="connsiteY4" fmla="*/ 1261 h 1684411"/>
                  <a:gd name="connsiteX5" fmla="*/ 1979846 w 2706975"/>
                  <a:gd name="connsiteY5" fmla="*/ 21397 h 1684411"/>
                  <a:gd name="connsiteX6" fmla="*/ 2247469 w 2706975"/>
                  <a:gd name="connsiteY6" fmla="*/ 211822 h 1684411"/>
                  <a:gd name="connsiteX7" fmla="*/ 2248926 w 2706975"/>
                  <a:gd name="connsiteY7" fmla="*/ 212161 h 1684411"/>
                  <a:gd name="connsiteX8" fmla="*/ 2362087 w 2706975"/>
                  <a:gd name="connsiteY8" fmla="*/ 238539 h 1684411"/>
                  <a:gd name="connsiteX9" fmla="*/ 2590925 w 2706975"/>
                  <a:gd name="connsiteY9" fmla="*/ 396634 h 1684411"/>
                  <a:gd name="connsiteX10" fmla="*/ 2575552 w 2706975"/>
                  <a:gd name="connsiteY10" fmla="*/ 597036 h 1684411"/>
                  <a:gd name="connsiteX11" fmla="*/ 2687850 w 2706975"/>
                  <a:gd name="connsiteY11" fmla="*/ 903446 h 1684411"/>
                  <a:gd name="connsiteX12" fmla="*/ 2161792 w 2706975"/>
                  <a:gd name="connsiteY12" fmla="*/ 1171662 h 1684411"/>
                  <a:gd name="connsiteX13" fmla="*/ 1973472 w 2706975"/>
                  <a:gd name="connsiteY13" fmla="*/ 1401489 h 1684411"/>
                  <a:gd name="connsiteX14" fmla="*/ 1332304 w 2706975"/>
                  <a:gd name="connsiteY14" fmla="*/ 1429316 h 1684411"/>
                  <a:gd name="connsiteX15" fmla="*/ 874112 w 2706975"/>
                  <a:gd name="connsiteY15" fmla="*/ 1674499 h 1684411"/>
                  <a:gd name="connsiteX16" fmla="*/ 200416 w 2706975"/>
                  <a:gd name="connsiteY16" fmla="*/ 1524840 h 1684411"/>
                  <a:gd name="connsiteX17" fmla="*/ 65895 w 2706975"/>
                  <a:gd name="connsiteY17" fmla="*/ 1560744 h 1684411"/>
                  <a:gd name="connsiteX18" fmla="*/ 0 w 2706975"/>
                  <a:gd name="connsiteY18" fmla="*/ 1569746 h 1684411"/>
                  <a:gd name="connsiteX19" fmla="*/ 0 w 2706975"/>
                  <a:gd name="connsiteY19" fmla="*/ 171512 h 1684411"/>
                  <a:gd name="connsiteX20" fmla="*/ 37706 w 2706975"/>
                  <a:gd name="connsiteY20" fmla="*/ 140793 h 1684411"/>
                  <a:gd name="connsiteX21" fmla="*/ 760595 w 2706975"/>
                  <a:gd name="connsiteY21" fmla="*/ 128262 h 1684411"/>
                  <a:gd name="connsiteX22" fmla="*/ 764128 w 2706975"/>
                  <a:gd name="connsiteY22" fmla="*/ 125239 h 1684411"/>
                  <a:gd name="connsiteX23" fmla="*/ 815443 w 2706975"/>
                  <a:gd name="connsiteY23" fmla="*/ 81325 h 1684411"/>
                  <a:gd name="connsiteX24" fmla="*/ 1069275 w 2706975"/>
                  <a:gd name="connsiteY24" fmla="*/ 2300 h 1684411"/>
                  <a:gd name="connsiteX25" fmla="*/ 1151349 w 2706975"/>
                  <a:gd name="connsiteY25" fmla="*/ 419 h 1684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706975" h="1684411">
                    <a:moveTo>
                      <a:pt x="1151349" y="419"/>
                    </a:moveTo>
                    <a:cubicBezTo>
                      <a:pt x="1232660" y="3191"/>
                      <a:pt x="1310563" y="19667"/>
                      <a:pt x="1375016" y="47521"/>
                    </a:cubicBezTo>
                    <a:lnTo>
                      <a:pt x="1447614" y="88656"/>
                    </a:lnTo>
                    <a:lnTo>
                      <a:pt x="1452101" y="91198"/>
                    </a:lnTo>
                    <a:cubicBezTo>
                      <a:pt x="1549260" y="26483"/>
                      <a:pt x="1694086" y="-5634"/>
                      <a:pt x="1838015" y="1261"/>
                    </a:cubicBezTo>
                    <a:cubicBezTo>
                      <a:pt x="1885991" y="3559"/>
                      <a:pt x="1933868" y="10192"/>
                      <a:pt x="1979846" y="21397"/>
                    </a:cubicBezTo>
                    <a:cubicBezTo>
                      <a:pt x="2119985" y="55538"/>
                      <a:pt x="2220472" y="127015"/>
                      <a:pt x="2247469" y="211822"/>
                    </a:cubicBezTo>
                    <a:lnTo>
                      <a:pt x="2248926" y="212161"/>
                    </a:lnTo>
                    <a:lnTo>
                      <a:pt x="2362087" y="238539"/>
                    </a:lnTo>
                    <a:cubicBezTo>
                      <a:pt x="2469159" y="272844"/>
                      <a:pt x="2551555" y="328820"/>
                      <a:pt x="2590925" y="396634"/>
                    </a:cubicBezTo>
                    <a:cubicBezTo>
                      <a:pt x="2629077" y="462266"/>
                      <a:pt x="2623640" y="533548"/>
                      <a:pt x="2575552" y="597036"/>
                    </a:cubicBezTo>
                    <a:cubicBezTo>
                      <a:pt x="2693756" y="684103"/>
                      <a:pt x="2735094" y="796970"/>
                      <a:pt x="2687850" y="903446"/>
                    </a:cubicBezTo>
                    <a:cubicBezTo>
                      <a:pt x="2625046" y="1044998"/>
                      <a:pt x="2417135" y="1151006"/>
                      <a:pt x="2161792" y="1171662"/>
                    </a:cubicBezTo>
                    <a:cubicBezTo>
                      <a:pt x="2160573" y="1260015"/>
                      <a:pt x="2091863" y="1343808"/>
                      <a:pt x="1973472" y="1401489"/>
                    </a:cubicBezTo>
                    <a:cubicBezTo>
                      <a:pt x="1793589" y="1489140"/>
                      <a:pt x="1533747" y="1500404"/>
                      <a:pt x="1332304" y="1429316"/>
                    </a:cubicBezTo>
                    <a:cubicBezTo>
                      <a:pt x="1267156" y="1551420"/>
                      <a:pt x="1092709" y="1644762"/>
                      <a:pt x="874112" y="1674499"/>
                    </a:cubicBezTo>
                    <a:cubicBezTo>
                      <a:pt x="616520" y="1709536"/>
                      <a:pt x="347679" y="1649828"/>
                      <a:pt x="200416" y="1524840"/>
                    </a:cubicBezTo>
                    <a:cubicBezTo>
                      <a:pt x="156969" y="1539670"/>
                      <a:pt x="111898" y="1551603"/>
                      <a:pt x="65895" y="1560744"/>
                    </a:cubicBezTo>
                    <a:lnTo>
                      <a:pt x="0" y="1569746"/>
                    </a:lnTo>
                    <a:lnTo>
                      <a:pt x="0" y="171512"/>
                    </a:lnTo>
                    <a:lnTo>
                      <a:pt x="37706" y="140793"/>
                    </a:lnTo>
                    <a:cubicBezTo>
                      <a:pt x="222026" y="23906"/>
                      <a:pt x="552098" y="11975"/>
                      <a:pt x="760595" y="128262"/>
                    </a:cubicBezTo>
                    <a:lnTo>
                      <a:pt x="764128" y="125239"/>
                    </a:lnTo>
                    <a:lnTo>
                      <a:pt x="815443" y="81325"/>
                    </a:lnTo>
                    <a:cubicBezTo>
                      <a:pt x="879490" y="38816"/>
                      <a:pt x="969373" y="10309"/>
                      <a:pt x="1069275" y="2300"/>
                    </a:cubicBezTo>
                    <a:cubicBezTo>
                      <a:pt x="1096763" y="93"/>
                      <a:pt x="1124245" y="-505"/>
                      <a:pt x="1151349" y="41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9" name="เมฆ 8"/>
              <p:cNvSpPr/>
              <p:nvPr/>
            </p:nvSpPr>
            <p:spPr>
              <a:xfrm>
                <a:off x="7998771" y="157373"/>
                <a:ext cx="4049486" cy="1683657"/>
              </a:xfrm>
              <a:prstGeom prst="cloud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0" name="เมฆ 9"/>
              <p:cNvSpPr/>
              <p:nvPr/>
            </p:nvSpPr>
            <p:spPr>
              <a:xfrm>
                <a:off x="8723086" y="2691477"/>
                <a:ext cx="3468914" cy="1538521"/>
              </a:xfrm>
              <a:prstGeom prst="cloud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1" name="เมฆ 10"/>
              <p:cNvSpPr/>
              <p:nvPr/>
            </p:nvSpPr>
            <p:spPr>
              <a:xfrm>
                <a:off x="4328007" y="2210564"/>
                <a:ext cx="3403599" cy="1770743"/>
              </a:xfrm>
              <a:prstGeom prst="cloud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เมฆ 11"/>
              <p:cNvSpPr/>
              <p:nvPr/>
            </p:nvSpPr>
            <p:spPr>
              <a:xfrm>
                <a:off x="234038" y="2691477"/>
                <a:ext cx="3113313" cy="1770743"/>
              </a:xfrm>
              <a:prstGeom prst="cloud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3" name="รูปแบบอิสระ 12"/>
              <p:cNvSpPr/>
              <p:nvPr/>
            </p:nvSpPr>
            <p:spPr>
              <a:xfrm>
                <a:off x="8723086" y="5638204"/>
                <a:ext cx="3117392" cy="1283271"/>
              </a:xfrm>
              <a:custGeom>
                <a:avLst/>
                <a:gdLst>
                  <a:gd name="connsiteX0" fmla="*/ 1921400 w 3117392"/>
                  <a:gd name="connsiteY0" fmla="*/ 441 h 1283271"/>
                  <a:gd name="connsiteX1" fmla="*/ 2093360 w 3117392"/>
                  <a:gd name="connsiteY1" fmla="*/ 49979 h 1283271"/>
                  <a:gd name="connsiteX2" fmla="*/ 2149174 w 3117392"/>
                  <a:gd name="connsiteY2" fmla="*/ 93242 h 1283271"/>
                  <a:gd name="connsiteX3" fmla="*/ 2152624 w 3117392"/>
                  <a:gd name="connsiteY3" fmla="*/ 95916 h 1283271"/>
                  <a:gd name="connsiteX4" fmla="*/ 2449321 w 3117392"/>
                  <a:gd name="connsiteY4" fmla="*/ 1327 h 1283271"/>
                  <a:gd name="connsiteX5" fmla="*/ 2558363 w 3117392"/>
                  <a:gd name="connsiteY5" fmla="*/ 22504 h 1283271"/>
                  <a:gd name="connsiteX6" fmla="*/ 2764116 w 3117392"/>
                  <a:gd name="connsiteY6" fmla="*/ 222778 h 1283271"/>
                  <a:gd name="connsiteX7" fmla="*/ 2765236 w 3117392"/>
                  <a:gd name="connsiteY7" fmla="*/ 223135 h 1283271"/>
                  <a:gd name="connsiteX8" fmla="*/ 2852236 w 3117392"/>
                  <a:gd name="connsiteY8" fmla="*/ 250878 h 1283271"/>
                  <a:gd name="connsiteX9" fmla="*/ 3028171 w 3117392"/>
                  <a:gd name="connsiteY9" fmla="*/ 417150 h 1283271"/>
                  <a:gd name="connsiteX10" fmla="*/ 3016352 w 3117392"/>
                  <a:gd name="connsiteY10" fmla="*/ 627918 h 1283271"/>
                  <a:gd name="connsiteX11" fmla="*/ 3102688 w 3117392"/>
                  <a:gd name="connsiteY11" fmla="*/ 950177 h 1283271"/>
                  <a:gd name="connsiteX12" fmla="*/ 2698246 w 3117392"/>
                  <a:gd name="connsiteY12" fmla="*/ 1232266 h 1283271"/>
                  <a:gd name="connsiteX13" fmla="*/ 2690631 w 3117392"/>
                  <a:gd name="connsiteY13" fmla="*/ 1283271 h 1283271"/>
                  <a:gd name="connsiteX14" fmla="*/ 87863 w 3117392"/>
                  <a:gd name="connsiteY14" fmla="*/ 1283271 h 1283271"/>
                  <a:gd name="connsiteX15" fmla="*/ 82631 w 3117392"/>
                  <a:gd name="connsiteY15" fmla="*/ 1275141 h 1283271"/>
                  <a:gd name="connsiteX16" fmla="*/ 154915 w 3117392"/>
                  <a:gd name="connsiteY16" fmla="*/ 1041542 h 1283271"/>
                  <a:gd name="connsiteX17" fmla="*/ 2276 w 3117392"/>
                  <a:gd name="connsiteY17" fmla="*/ 801877 h 1283271"/>
                  <a:gd name="connsiteX18" fmla="*/ 281032 w 3117392"/>
                  <a:gd name="connsiteY18" fmla="*/ 588855 h 1283271"/>
                  <a:gd name="connsiteX19" fmla="*/ 283699 w 3117392"/>
                  <a:gd name="connsiteY19" fmla="*/ 583239 h 1283271"/>
                  <a:gd name="connsiteX20" fmla="*/ 407871 w 3117392"/>
                  <a:gd name="connsiteY20" fmla="*/ 277335 h 1283271"/>
                  <a:gd name="connsiteX21" fmla="*/ 1011940 w 3117392"/>
                  <a:gd name="connsiteY21" fmla="*/ 207448 h 1283271"/>
                  <a:gd name="connsiteX22" fmla="*/ 1012056 w 3117392"/>
                  <a:gd name="connsiteY22" fmla="*/ 207319 h 1283271"/>
                  <a:gd name="connsiteX23" fmla="*/ 1065213 w 3117392"/>
                  <a:gd name="connsiteY23" fmla="*/ 148076 h 1283271"/>
                  <a:gd name="connsiteX24" fmla="*/ 1620982 w 3117392"/>
                  <a:gd name="connsiteY24" fmla="*/ 134897 h 1283271"/>
                  <a:gd name="connsiteX25" fmla="*/ 1623699 w 3117392"/>
                  <a:gd name="connsiteY25" fmla="*/ 131717 h 1283271"/>
                  <a:gd name="connsiteX26" fmla="*/ 1663151 w 3117392"/>
                  <a:gd name="connsiteY26" fmla="*/ 85532 h 1283271"/>
                  <a:gd name="connsiteX27" fmla="*/ 1858300 w 3117392"/>
                  <a:gd name="connsiteY27" fmla="*/ 2419 h 1283271"/>
                  <a:gd name="connsiteX28" fmla="*/ 1921400 w 3117392"/>
                  <a:gd name="connsiteY28" fmla="*/ 441 h 1283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117392" h="1283271">
                    <a:moveTo>
                      <a:pt x="1921400" y="441"/>
                    </a:moveTo>
                    <a:cubicBezTo>
                      <a:pt x="1983913" y="3357"/>
                      <a:pt x="2043807" y="20684"/>
                      <a:pt x="2093360" y="49979"/>
                    </a:cubicBezTo>
                    <a:lnTo>
                      <a:pt x="2149174" y="93242"/>
                    </a:lnTo>
                    <a:lnTo>
                      <a:pt x="2152624" y="95916"/>
                    </a:lnTo>
                    <a:cubicBezTo>
                      <a:pt x="2227322" y="27853"/>
                      <a:pt x="2338666" y="-5925"/>
                      <a:pt x="2449321" y="1327"/>
                    </a:cubicBezTo>
                    <a:cubicBezTo>
                      <a:pt x="2486206" y="3744"/>
                      <a:pt x="2523014" y="10720"/>
                      <a:pt x="2558363" y="22504"/>
                    </a:cubicBezTo>
                    <a:cubicBezTo>
                      <a:pt x="2666104" y="58411"/>
                      <a:pt x="2743360" y="133585"/>
                      <a:pt x="2764116" y="222778"/>
                    </a:cubicBezTo>
                    <a:lnTo>
                      <a:pt x="2765236" y="223135"/>
                    </a:lnTo>
                    <a:lnTo>
                      <a:pt x="2852236" y="250878"/>
                    </a:lnTo>
                    <a:cubicBezTo>
                      <a:pt x="2934555" y="286957"/>
                      <a:pt x="2997902" y="345829"/>
                      <a:pt x="3028171" y="417150"/>
                    </a:cubicBezTo>
                    <a:cubicBezTo>
                      <a:pt x="3057502" y="486176"/>
                      <a:pt x="3053322" y="561146"/>
                      <a:pt x="3016352" y="627918"/>
                    </a:cubicBezTo>
                    <a:cubicBezTo>
                      <a:pt x="3107229" y="719488"/>
                      <a:pt x="3139010" y="838193"/>
                      <a:pt x="3102688" y="950177"/>
                    </a:cubicBezTo>
                    <a:cubicBezTo>
                      <a:pt x="3054404" y="1099050"/>
                      <a:pt x="2894558" y="1210541"/>
                      <a:pt x="2698246" y="1232266"/>
                    </a:cubicBezTo>
                    <a:lnTo>
                      <a:pt x="2690631" y="1283271"/>
                    </a:lnTo>
                    <a:lnTo>
                      <a:pt x="87863" y="1283271"/>
                    </a:lnTo>
                    <a:lnTo>
                      <a:pt x="82631" y="1275141"/>
                    </a:lnTo>
                    <a:cubicBezTo>
                      <a:pt x="51570" y="1192875"/>
                      <a:pt x="79028" y="1104092"/>
                      <a:pt x="154915" y="1041542"/>
                    </a:cubicBezTo>
                    <a:cubicBezTo>
                      <a:pt x="47246" y="992478"/>
                      <a:pt x="-12714" y="898325"/>
                      <a:pt x="2276" y="801877"/>
                    </a:cubicBezTo>
                    <a:cubicBezTo>
                      <a:pt x="19860" y="688951"/>
                      <a:pt x="135600" y="600496"/>
                      <a:pt x="281032" y="588855"/>
                    </a:cubicBezTo>
                    <a:cubicBezTo>
                      <a:pt x="281897" y="586969"/>
                      <a:pt x="282834" y="585125"/>
                      <a:pt x="283699" y="583239"/>
                    </a:cubicBezTo>
                    <a:cubicBezTo>
                      <a:pt x="264169" y="472035"/>
                      <a:pt x="309715" y="359888"/>
                      <a:pt x="407871" y="277335"/>
                    </a:cubicBezTo>
                    <a:cubicBezTo>
                      <a:pt x="562960" y="146948"/>
                      <a:pt x="814404" y="117886"/>
                      <a:pt x="1011940" y="207448"/>
                    </a:cubicBezTo>
                    <a:lnTo>
                      <a:pt x="1012056" y="207319"/>
                    </a:lnTo>
                    <a:lnTo>
                      <a:pt x="1065213" y="148076"/>
                    </a:lnTo>
                    <a:cubicBezTo>
                      <a:pt x="1206921" y="25143"/>
                      <a:pt x="1460686" y="12595"/>
                      <a:pt x="1620982" y="134897"/>
                    </a:cubicBezTo>
                    <a:lnTo>
                      <a:pt x="1623699" y="131717"/>
                    </a:lnTo>
                    <a:lnTo>
                      <a:pt x="1663151" y="85532"/>
                    </a:lnTo>
                    <a:cubicBezTo>
                      <a:pt x="1712391" y="40824"/>
                      <a:pt x="1781494" y="10842"/>
                      <a:pt x="1858300" y="2419"/>
                    </a:cubicBezTo>
                    <a:cubicBezTo>
                      <a:pt x="1879434" y="98"/>
                      <a:pt x="1900562" y="-531"/>
                      <a:pt x="1921400" y="44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4" name="รูปแบบอิสระ 13"/>
              <p:cNvSpPr/>
              <p:nvPr/>
            </p:nvSpPr>
            <p:spPr>
              <a:xfrm>
                <a:off x="4652777" y="5775048"/>
                <a:ext cx="3117394" cy="1114689"/>
              </a:xfrm>
              <a:custGeom>
                <a:avLst/>
                <a:gdLst>
                  <a:gd name="connsiteX0" fmla="*/ 1921402 w 3117394"/>
                  <a:gd name="connsiteY0" fmla="*/ 441 h 1114689"/>
                  <a:gd name="connsiteX1" fmla="*/ 2093361 w 3117394"/>
                  <a:gd name="connsiteY1" fmla="*/ 49979 h 1114689"/>
                  <a:gd name="connsiteX2" fmla="*/ 2149175 w 3117394"/>
                  <a:gd name="connsiteY2" fmla="*/ 93242 h 1114689"/>
                  <a:gd name="connsiteX3" fmla="*/ 2152625 w 3117394"/>
                  <a:gd name="connsiteY3" fmla="*/ 95916 h 1114689"/>
                  <a:gd name="connsiteX4" fmla="*/ 2449322 w 3117394"/>
                  <a:gd name="connsiteY4" fmla="*/ 1327 h 1114689"/>
                  <a:gd name="connsiteX5" fmla="*/ 2558364 w 3117394"/>
                  <a:gd name="connsiteY5" fmla="*/ 22504 h 1114689"/>
                  <a:gd name="connsiteX6" fmla="*/ 2764117 w 3117394"/>
                  <a:gd name="connsiteY6" fmla="*/ 222778 h 1114689"/>
                  <a:gd name="connsiteX7" fmla="*/ 2765237 w 3117394"/>
                  <a:gd name="connsiteY7" fmla="*/ 223135 h 1114689"/>
                  <a:gd name="connsiteX8" fmla="*/ 2852237 w 3117394"/>
                  <a:gd name="connsiteY8" fmla="*/ 250878 h 1114689"/>
                  <a:gd name="connsiteX9" fmla="*/ 3028172 w 3117394"/>
                  <a:gd name="connsiteY9" fmla="*/ 417150 h 1114689"/>
                  <a:gd name="connsiteX10" fmla="*/ 3016353 w 3117394"/>
                  <a:gd name="connsiteY10" fmla="*/ 627918 h 1114689"/>
                  <a:gd name="connsiteX11" fmla="*/ 3102690 w 3117394"/>
                  <a:gd name="connsiteY11" fmla="*/ 950177 h 1114689"/>
                  <a:gd name="connsiteX12" fmla="*/ 3046732 w 3117394"/>
                  <a:gd name="connsiteY12" fmla="*/ 1054004 h 1114689"/>
                  <a:gd name="connsiteX13" fmla="*/ 2981861 w 3117394"/>
                  <a:gd name="connsiteY13" fmla="*/ 1114689 h 1114689"/>
                  <a:gd name="connsiteX14" fmla="*/ 96503 w 3117394"/>
                  <a:gd name="connsiteY14" fmla="*/ 1114689 h 1114689"/>
                  <a:gd name="connsiteX15" fmla="*/ 107239 w 3117394"/>
                  <a:gd name="connsiteY15" fmla="*/ 1092861 h 1114689"/>
                  <a:gd name="connsiteX16" fmla="*/ 154916 w 3117394"/>
                  <a:gd name="connsiteY16" fmla="*/ 1041542 h 1114689"/>
                  <a:gd name="connsiteX17" fmla="*/ 2276 w 3117394"/>
                  <a:gd name="connsiteY17" fmla="*/ 801877 h 1114689"/>
                  <a:gd name="connsiteX18" fmla="*/ 281034 w 3117394"/>
                  <a:gd name="connsiteY18" fmla="*/ 588855 h 1114689"/>
                  <a:gd name="connsiteX19" fmla="*/ 283700 w 3117394"/>
                  <a:gd name="connsiteY19" fmla="*/ 583239 h 1114689"/>
                  <a:gd name="connsiteX20" fmla="*/ 407872 w 3117394"/>
                  <a:gd name="connsiteY20" fmla="*/ 277335 h 1114689"/>
                  <a:gd name="connsiteX21" fmla="*/ 1011942 w 3117394"/>
                  <a:gd name="connsiteY21" fmla="*/ 207448 h 1114689"/>
                  <a:gd name="connsiteX22" fmla="*/ 1012057 w 3117394"/>
                  <a:gd name="connsiteY22" fmla="*/ 207319 h 1114689"/>
                  <a:gd name="connsiteX23" fmla="*/ 1065214 w 3117394"/>
                  <a:gd name="connsiteY23" fmla="*/ 148076 h 1114689"/>
                  <a:gd name="connsiteX24" fmla="*/ 1620983 w 3117394"/>
                  <a:gd name="connsiteY24" fmla="*/ 134897 h 1114689"/>
                  <a:gd name="connsiteX25" fmla="*/ 1623700 w 3117394"/>
                  <a:gd name="connsiteY25" fmla="*/ 131717 h 1114689"/>
                  <a:gd name="connsiteX26" fmla="*/ 1663152 w 3117394"/>
                  <a:gd name="connsiteY26" fmla="*/ 85532 h 1114689"/>
                  <a:gd name="connsiteX27" fmla="*/ 1858301 w 3117394"/>
                  <a:gd name="connsiteY27" fmla="*/ 2419 h 1114689"/>
                  <a:gd name="connsiteX28" fmla="*/ 1921402 w 3117394"/>
                  <a:gd name="connsiteY28" fmla="*/ 441 h 1114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117394" h="1114689">
                    <a:moveTo>
                      <a:pt x="1921402" y="441"/>
                    </a:moveTo>
                    <a:cubicBezTo>
                      <a:pt x="1983915" y="3357"/>
                      <a:pt x="2043808" y="20684"/>
                      <a:pt x="2093361" y="49979"/>
                    </a:cubicBezTo>
                    <a:lnTo>
                      <a:pt x="2149175" y="93242"/>
                    </a:lnTo>
                    <a:lnTo>
                      <a:pt x="2152625" y="95916"/>
                    </a:lnTo>
                    <a:cubicBezTo>
                      <a:pt x="2227323" y="27853"/>
                      <a:pt x="2338667" y="-5925"/>
                      <a:pt x="2449322" y="1327"/>
                    </a:cubicBezTo>
                    <a:cubicBezTo>
                      <a:pt x="2486207" y="3744"/>
                      <a:pt x="2523015" y="10720"/>
                      <a:pt x="2558364" y="22504"/>
                    </a:cubicBezTo>
                    <a:cubicBezTo>
                      <a:pt x="2666105" y="58411"/>
                      <a:pt x="2743362" y="133585"/>
                      <a:pt x="2764117" y="222778"/>
                    </a:cubicBezTo>
                    <a:lnTo>
                      <a:pt x="2765237" y="223135"/>
                    </a:lnTo>
                    <a:lnTo>
                      <a:pt x="2852237" y="250878"/>
                    </a:lnTo>
                    <a:cubicBezTo>
                      <a:pt x="2934556" y="286957"/>
                      <a:pt x="2997904" y="345829"/>
                      <a:pt x="3028172" y="417150"/>
                    </a:cubicBezTo>
                    <a:cubicBezTo>
                      <a:pt x="3057503" y="486176"/>
                      <a:pt x="3053324" y="561146"/>
                      <a:pt x="3016353" y="627918"/>
                    </a:cubicBezTo>
                    <a:cubicBezTo>
                      <a:pt x="3107230" y="719488"/>
                      <a:pt x="3139012" y="838193"/>
                      <a:pt x="3102690" y="950177"/>
                    </a:cubicBezTo>
                    <a:cubicBezTo>
                      <a:pt x="3090618" y="987395"/>
                      <a:pt x="3071575" y="1022277"/>
                      <a:pt x="3046732" y="1054004"/>
                    </a:cubicBezTo>
                    <a:lnTo>
                      <a:pt x="2981861" y="1114689"/>
                    </a:lnTo>
                    <a:lnTo>
                      <a:pt x="96503" y="1114689"/>
                    </a:lnTo>
                    <a:lnTo>
                      <a:pt x="107239" y="1092861"/>
                    </a:lnTo>
                    <a:cubicBezTo>
                      <a:pt x="119999" y="1074456"/>
                      <a:pt x="135944" y="1057179"/>
                      <a:pt x="154916" y="1041542"/>
                    </a:cubicBezTo>
                    <a:cubicBezTo>
                      <a:pt x="47247" y="992478"/>
                      <a:pt x="-12714" y="898325"/>
                      <a:pt x="2276" y="801877"/>
                    </a:cubicBezTo>
                    <a:cubicBezTo>
                      <a:pt x="19861" y="688951"/>
                      <a:pt x="135602" y="600496"/>
                      <a:pt x="281034" y="588855"/>
                    </a:cubicBezTo>
                    <a:cubicBezTo>
                      <a:pt x="281899" y="586969"/>
                      <a:pt x="282835" y="585125"/>
                      <a:pt x="283700" y="583239"/>
                    </a:cubicBezTo>
                    <a:cubicBezTo>
                      <a:pt x="264170" y="472035"/>
                      <a:pt x="309717" y="359888"/>
                      <a:pt x="407872" y="277335"/>
                    </a:cubicBezTo>
                    <a:cubicBezTo>
                      <a:pt x="562961" y="146948"/>
                      <a:pt x="814405" y="117886"/>
                      <a:pt x="1011942" y="207448"/>
                    </a:cubicBezTo>
                    <a:lnTo>
                      <a:pt x="1012057" y="207319"/>
                    </a:lnTo>
                    <a:lnTo>
                      <a:pt x="1065214" y="148076"/>
                    </a:lnTo>
                    <a:cubicBezTo>
                      <a:pt x="1206922" y="25143"/>
                      <a:pt x="1460687" y="12595"/>
                      <a:pt x="1620983" y="134897"/>
                    </a:cubicBezTo>
                    <a:lnTo>
                      <a:pt x="1623700" y="131717"/>
                    </a:lnTo>
                    <a:lnTo>
                      <a:pt x="1663152" y="85532"/>
                    </a:lnTo>
                    <a:cubicBezTo>
                      <a:pt x="1712392" y="40824"/>
                      <a:pt x="1781496" y="10842"/>
                      <a:pt x="1858301" y="2419"/>
                    </a:cubicBezTo>
                    <a:cubicBezTo>
                      <a:pt x="1879435" y="98"/>
                      <a:pt x="1900564" y="-531"/>
                      <a:pt x="1921402" y="44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5" name="รูปแบบอิสระ 14"/>
              <p:cNvSpPr/>
              <p:nvPr/>
            </p:nvSpPr>
            <p:spPr>
              <a:xfrm>
                <a:off x="582469" y="5750264"/>
                <a:ext cx="3117393" cy="1139473"/>
              </a:xfrm>
              <a:custGeom>
                <a:avLst/>
                <a:gdLst>
                  <a:gd name="connsiteX0" fmla="*/ 1921401 w 3117393"/>
                  <a:gd name="connsiteY0" fmla="*/ 441 h 1139473"/>
                  <a:gd name="connsiteX1" fmla="*/ 2093360 w 3117393"/>
                  <a:gd name="connsiteY1" fmla="*/ 49979 h 1139473"/>
                  <a:gd name="connsiteX2" fmla="*/ 2149174 w 3117393"/>
                  <a:gd name="connsiteY2" fmla="*/ 93242 h 1139473"/>
                  <a:gd name="connsiteX3" fmla="*/ 2152624 w 3117393"/>
                  <a:gd name="connsiteY3" fmla="*/ 95916 h 1139473"/>
                  <a:gd name="connsiteX4" fmla="*/ 2449321 w 3117393"/>
                  <a:gd name="connsiteY4" fmla="*/ 1327 h 1139473"/>
                  <a:gd name="connsiteX5" fmla="*/ 2558364 w 3117393"/>
                  <a:gd name="connsiteY5" fmla="*/ 22504 h 1139473"/>
                  <a:gd name="connsiteX6" fmla="*/ 2764116 w 3117393"/>
                  <a:gd name="connsiteY6" fmla="*/ 222778 h 1139473"/>
                  <a:gd name="connsiteX7" fmla="*/ 2765236 w 3117393"/>
                  <a:gd name="connsiteY7" fmla="*/ 223135 h 1139473"/>
                  <a:gd name="connsiteX8" fmla="*/ 2852236 w 3117393"/>
                  <a:gd name="connsiteY8" fmla="*/ 250878 h 1139473"/>
                  <a:gd name="connsiteX9" fmla="*/ 3028171 w 3117393"/>
                  <a:gd name="connsiteY9" fmla="*/ 417150 h 1139473"/>
                  <a:gd name="connsiteX10" fmla="*/ 3016352 w 3117393"/>
                  <a:gd name="connsiteY10" fmla="*/ 627918 h 1139473"/>
                  <a:gd name="connsiteX11" fmla="*/ 3102689 w 3117393"/>
                  <a:gd name="connsiteY11" fmla="*/ 950177 h 1139473"/>
                  <a:gd name="connsiteX12" fmla="*/ 2955978 w 3117393"/>
                  <a:gd name="connsiteY12" fmla="*/ 1138902 h 1139473"/>
                  <a:gd name="connsiteX13" fmla="*/ 2954869 w 3117393"/>
                  <a:gd name="connsiteY13" fmla="*/ 1139473 h 1139473"/>
                  <a:gd name="connsiteX14" fmla="*/ 84311 w 3117393"/>
                  <a:gd name="connsiteY14" fmla="*/ 1139473 h 1139473"/>
                  <a:gd name="connsiteX15" fmla="*/ 107238 w 3117393"/>
                  <a:gd name="connsiteY15" fmla="*/ 1092861 h 1139473"/>
                  <a:gd name="connsiteX16" fmla="*/ 154915 w 3117393"/>
                  <a:gd name="connsiteY16" fmla="*/ 1041542 h 1139473"/>
                  <a:gd name="connsiteX17" fmla="*/ 2276 w 3117393"/>
                  <a:gd name="connsiteY17" fmla="*/ 801877 h 1139473"/>
                  <a:gd name="connsiteX18" fmla="*/ 281033 w 3117393"/>
                  <a:gd name="connsiteY18" fmla="*/ 588855 h 1139473"/>
                  <a:gd name="connsiteX19" fmla="*/ 283699 w 3117393"/>
                  <a:gd name="connsiteY19" fmla="*/ 583239 h 1139473"/>
                  <a:gd name="connsiteX20" fmla="*/ 407872 w 3117393"/>
                  <a:gd name="connsiteY20" fmla="*/ 277335 h 1139473"/>
                  <a:gd name="connsiteX21" fmla="*/ 1011941 w 3117393"/>
                  <a:gd name="connsiteY21" fmla="*/ 207448 h 1139473"/>
                  <a:gd name="connsiteX22" fmla="*/ 1012056 w 3117393"/>
                  <a:gd name="connsiteY22" fmla="*/ 207319 h 1139473"/>
                  <a:gd name="connsiteX23" fmla="*/ 1065213 w 3117393"/>
                  <a:gd name="connsiteY23" fmla="*/ 148076 h 1139473"/>
                  <a:gd name="connsiteX24" fmla="*/ 1620983 w 3117393"/>
                  <a:gd name="connsiteY24" fmla="*/ 134897 h 1139473"/>
                  <a:gd name="connsiteX25" fmla="*/ 1623699 w 3117393"/>
                  <a:gd name="connsiteY25" fmla="*/ 131717 h 1139473"/>
                  <a:gd name="connsiteX26" fmla="*/ 1663151 w 3117393"/>
                  <a:gd name="connsiteY26" fmla="*/ 85532 h 1139473"/>
                  <a:gd name="connsiteX27" fmla="*/ 1858300 w 3117393"/>
                  <a:gd name="connsiteY27" fmla="*/ 2419 h 1139473"/>
                  <a:gd name="connsiteX28" fmla="*/ 1921401 w 3117393"/>
                  <a:gd name="connsiteY28" fmla="*/ 441 h 1139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117393" h="1139473">
                    <a:moveTo>
                      <a:pt x="1921401" y="441"/>
                    </a:moveTo>
                    <a:cubicBezTo>
                      <a:pt x="1983914" y="3357"/>
                      <a:pt x="2043807" y="20684"/>
                      <a:pt x="2093360" y="49979"/>
                    </a:cubicBezTo>
                    <a:lnTo>
                      <a:pt x="2149174" y="93242"/>
                    </a:lnTo>
                    <a:lnTo>
                      <a:pt x="2152624" y="95916"/>
                    </a:lnTo>
                    <a:cubicBezTo>
                      <a:pt x="2227322" y="27853"/>
                      <a:pt x="2338666" y="-5925"/>
                      <a:pt x="2449321" y="1327"/>
                    </a:cubicBezTo>
                    <a:cubicBezTo>
                      <a:pt x="2486206" y="3744"/>
                      <a:pt x="2523015" y="10720"/>
                      <a:pt x="2558364" y="22504"/>
                    </a:cubicBezTo>
                    <a:cubicBezTo>
                      <a:pt x="2666104" y="58411"/>
                      <a:pt x="2743361" y="133585"/>
                      <a:pt x="2764116" y="222778"/>
                    </a:cubicBezTo>
                    <a:lnTo>
                      <a:pt x="2765236" y="223135"/>
                    </a:lnTo>
                    <a:lnTo>
                      <a:pt x="2852236" y="250878"/>
                    </a:lnTo>
                    <a:cubicBezTo>
                      <a:pt x="2934555" y="286957"/>
                      <a:pt x="2997903" y="345829"/>
                      <a:pt x="3028171" y="417150"/>
                    </a:cubicBezTo>
                    <a:cubicBezTo>
                      <a:pt x="3057502" y="486176"/>
                      <a:pt x="3053323" y="561146"/>
                      <a:pt x="3016352" y="627918"/>
                    </a:cubicBezTo>
                    <a:cubicBezTo>
                      <a:pt x="3107229" y="719488"/>
                      <a:pt x="3139011" y="838193"/>
                      <a:pt x="3102689" y="950177"/>
                    </a:cubicBezTo>
                    <a:cubicBezTo>
                      <a:pt x="3078546" y="1024614"/>
                      <a:pt x="3026514" y="1089705"/>
                      <a:pt x="2955978" y="1138902"/>
                    </a:cubicBezTo>
                    <a:lnTo>
                      <a:pt x="2954869" y="1139473"/>
                    </a:lnTo>
                    <a:lnTo>
                      <a:pt x="84311" y="1139473"/>
                    </a:lnTo>
                    <a:lnTo>
                      <a:pt x="107238" y="1092861"/>
                    </a:lnTo>
                    <a:cubicBezTo>
                      <a:pt x="119998" y="1074456"/>
                      <a:pt x="135943" y="1057179"/>
                      <a:pt x="154915" y="1041542"/>
                    </a:cubicBezTo>
                    <a:cubicBezTo>
                      <a:pt x="47246" y="992478"/>
                      <a:pt x="-12714" y="898325"/>
                      <a:pt x="2276" y="801877"/>
                    </a:cubicBezTo>
                    <a:cubicBezTo>
                      <a:pt x="19860" y="688951"/>
                      <a:pt x="135601" y="600496"/>
                      <a:pt x="281033" y="588855"/>
                    </a:cubicBezTo>
                    <a:cubicBezTo>
                      <a:pt x="281897" y="586969"/>
                      <a:pt x="282835" y="585125"/>
                      <a:pt x="283699" y="583239"/>
                    </a:cubicBezTo>
                    <a:cubicBezTo>
                      <a:pt x="264169" y="472035"/>
                      <a:pt x="309716" y="359888"/>
                      <a:pt x="407872" y="277335"/>
                    </a:cubicBezTo>
                    <a:cubicBezTo>
                      <a:pt x="562961" y="146948"/>
                      <a:pt x="814404" y="117886"/>
                      <a:pt x="1011941" y="207448"/>
                    </a:cubicBezTo>
                    <a:lnTo>
                      <a:pt x="1012056" y="207319"/>
                    </a:lnTo>
                    <a:lnTo>
                      <a:pt x="1065213" y="148076"/>
                    </a:lnTo>
                    <a:cubicBezTo>
                      <a:pt x="1206921" y="25143"/>
                      <a:pt x="1460687" y="12595"/>
                      <a:pt x="1620983" y="134897"/>
                    </a:cubicBezTo>
                    <a:lnTo>
                      <a:pt x="1623699" y="131717"/>
                    </a:lnTo>
                    <a:lnTo>
                      <a:pt x="1663151" y="85532"/>
                    </a:lnTo>
                    <a:cubicBezTo>
                      <a:pt x="1712391" y="40824"/>
                      <a:pt x="1781495" y="10842"/>
                      <a:pt x="1858300" y="2419"/>
                    </a:cubicBezTo>
                    <a:cubicBezTo>
                      <a:pt x="1879434" y="98"/>
                      <a:pt x="1900563" y="-531"/>
                      <a:pt x="1921401" y="44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6" name="รูปแบบอิสระ 15"/>
              <p:cNvSpPr/>
              <p:nvPr/>
            </p:nvSpPr>
            <p:spPr>
              <a:xfrm>
                <a:off x="4041428" y="-63475"/>
                <a:ext cx="3408059" cy="1241177"/>
              </a:xfrm>
              <a:custGeom>
                <a:avLst/>
                <a:gdLst>
                  <a:gd name="connsiteX0" fmla="*/ 308315 w 3408059"/>
                  <a:gd name="connsiteY0" fmla="*/ 0 h 1241177"/>
                  <a:gd name="connsiteX1" fmla="*/ 3328993 w 3408059"/>
                  <a:gd name="connsiteY1" fmla="*/ 0 h 1241177"/>
                  <a:gd name="connsiteX2" fmla="*/ 3297597 w 3408059"/>
                  <a:gd name="connsiteY2" fmla="*/ 97558 h 1241177"/>
                  <a:gd name="connsiteX3" fmla="*/ 3391984 w 3408059"/>
                  <a:gd name="connsiteY3" fmla="*/ 419817 h 1241177"/>
                  <a:gd name="connsiteX4" fmla="*/ 2949832 w 3408059"/>
                  <a:gd name="connsiteY4" fmla="*/ 701907 h 1241177"/>
                  <a:gd name="connsiteX5" fmla="*/ 2791548 w 3408059"/>
                  <a:gd name="connsiteY5" fmla="*/ 943621 h 1241177"/>
                  <a:gd name="connsiteX6" fmla="*/ 2252645 w 3408059"/>
                  <a:gd name="connsiteY6" fmla="*/ 972888 h 1241177"/>
                  <a:gd name="connsiteX7" fmla="*/ 1867534 w 3408059"/>
                  <a:gd name="connsiteY7" fmla="*/ 1230752 h 1241177"/>
                  <a:gd name="connsiteX8" fmla="*/ 1301292 w 3408059"/>
                  <a:gd name="connsiteY8" fmla="*/ 1073353 h 1241177"/>
                  <a:gd name="connsiteX9" fmla="*/ 460162 w 3408059"/>
                  <a:gd name="connsiteY9" fmla="*/ 917839 h 1241177"/>
                  <a:gd name="connsiteX10" fmla="*/ 90336 w 3408059"/>
                  <a:gd name="connsiteY10" fmla="*/ 744781 h 1241177"/>
                  <a:gd name="connsiteX11" fmla="*/ 169359 w 3408059"/>
                  <a:gd name="connsiteY11" fmla="*/ 511183 h 1241177"/>
                  <a:gd name="connsiteX12" fmla="*/ 2488 w 3408059"/>
                  <a:gd name="connsiteY12" fmla="*/ 271518 h 1241177"/>
                  <a:gd name="connsiteX13" fmla="*/ 307237 w 3408059"/>
                  <a:gd name="connsiteY13" fmla="*/ 58496 h 1241177"/>
                  <a:gd name="connsiteX14" fmla="*/ 310152 w 3408059"/>
                  <a:gd name="connsiteY14" fmla="*/ 52880 h 1241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408059" h="1241177">
                    <a:moveTo>
                      <a:pt x="308315" y="0"/>
                    </a:moveTo>
                    <a:lnTo>
                      <a:pt x="3328993" y="0"/>
                    </a:lnTo>
                    <a:lnTo>
                      <a:pt x="3297597" y="97558"/>
                    </a:lnTo>
                    <a:cubicBezTo>
                      <a:pt x="3396948" y="189129"/>
                      <a:pt x="3431693" y="307834"/>
                      <a:pt x="3391984" y="419817"/>
                    </a:cubicBezTo>
                    <a:cubicBezTo>
                      <a:pt x="3339197" y="568691"/>
                      <a:pt x="3164447" y="680182"/>
                      <a:pt x="2949832" y="701907"/>
                    </a:cubicBezTo>
                    <a:cubicBezTo>
                      <a:pt x="2948807" y="794830"/>
                      <a:pt x="2891056" y="882957"/>
                      <a:pt x="2791548" y="943621"/>
                    </a:cubicBezTo>
                    <a:cubicBezTo>
                      <a:pt x="2640356" y="1035806"/>
                      <a:pt x="2421959" y="1047652"/>
                      <a:pt x="2252645" y="972888"/>
                    </a:cubicBezTo>
                    <a:cubicBezTo>
                      <a:pt x="2197888" y="1101307"/>
                      <a:pt x="2051266" y="1199477"/>
                      <a:pt x="1867534" y="1230752"/>
                    </a:cubicBezTo>
                    <a:cubicBezTo>
                      <a:pt x="1651028" y="1267602"/>
                      <a:pt x="1425067" y="1204806"/>
                      <a:pt x="1301292" y="1073353"/>
                    </a:cubicBezTo>
                    <a:cubicBezTo>
                      <a:pt x="1009150" y="1198124"/>
                      <a:pt x="629712" y="1127992"/>
                      <a:pt x="460162" y="917839"/>
                    </a:cubicBezTo>
                    <a:cubicBezTo>
                      <a:pt x="293606" y="931652"/>
                      <a:pt x="137214" y="858486"/>
                      <a:pt x="90336" y="744781"/>
                    </a:cubicBezTo>
                    <a:cubicBezTo>
                      <a:pt x="56379" y="662516"/>
                      <a:pt x="86396" y="573733"/>
                      <a:pt x="169359" y="511183"/>
                    </a:cubicBezTo>
                    <a:cubicBezTo>
                      <a:pt x="51651" y="462118"/>
                      <a:pt x="-13900" y="367966"/>
                      <a:pt x="2488" y="271518"/>
                    </a:cubicBezTo>
                    <a:cubicBezTo>
                      <a:pt x="21712" y="158592"/>
                      <a:pt x="148244" y="70137"/>
                      <a:pt x="307237" y="58496"/>
                    </a:cubicBezTo>
                    <a:cubicBezTo>
                      <a:pt x="308182" y="56610"/>
                      <a:pt x="309206" y="54766"/>
                      <a:pt x="310152" y="5288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6" name="กล่องข้อความ 5"/>
            <p:cNvSpPr txBox="1"/>
            <p:nvPr/>
          </p:nvSpPr>
          <p:spPr>
            <a:xfrm>
              <a:off x="4268125" y="2493311"/>
              <a:ext cx="575538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dirty="0" smtClean="0">
                  <a:gradFill flip="none" rotWithShape="1">
                    <a:gsLst>
                      <a:gs pos="0">
                        <a:schemeClr val="tx1">
                          <a:lumMod val="95000"/>
                          <a:lumOff val="5000"/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lumMod val="95000"/>
                          <a:lumOff val="5000"/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effectLst>
                    <a:glow>
                      <a:schemeClr val="accent1"/>
                    </a:glow>
                    <a:outerShdw dist="50800" dir="5400000" sx="167000" sy="167000" algn="ctr" rotWithShape="0">
                      <a:srgbClr val="000000">
                        <a:alpha val="0"/>
                      </a:srgbClr>
                    </a:outerShdw>
                  </a:effectLst>
                </a:rPr>
                <a:t>LAVEL 3</a:t>
              </a:r>
              <a:endParaRPr lang="th-TH" sz="8000" dirty="0">
                <a:gradFill flip="none" rotWithShape="1">
                  <a:gsLst>
                    <a:gs pos="0">
                      <a:schemeClr val="tx1">
                        <a:lumMod val="95000"/>
                        <a:lumOff val="5000"/>
                        <a:tint val="66000"/>
                        <a:satMod val="160000"/>
                      </a:schemeClr>
                    </a:gs>
                    <a:gs pos="50000">
                      <a:schemeClr val="tx1">
                        <a:lumMod val="95000"/>
                        <a:lumOff val="5000"/>
                        <a:tint val="44500"/>
                        <a:satMod val="160000"/>
                      </a:schemeClr>
                    </a:gs>
                    <a:gs pos="100000">
                      <a:schemeClr val="tx1">
                        <a:lumMod val="95000"/>
                        <a:lumOff val="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>
                    <a:schemeClr val="accent1"/>
                  </a:glow>
                  <a:outerShdw dist="50800" dir="5400000" sx="167000" sy="167000" algn="ctr" rotWithShape="0">
                    <a:srgbClr val="000000">
                      <a:alpha val="0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0419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กลุ่ม 14"/>
          <p:cNvGrpSpPr/>
          <p:nvPr/>
        </p:nvGrpSpPr>
        <p:grpSpPr>
          <a:xfrm>
            <a:off x="645166" y="789084"/>
            <a:ext cx="4259569" cy="4873156"/>
            <a:chOff x="645166" y="789084"/>
            <a:chExt cx="4259569" cy="4873156"/>
          </a:xfrm>
        </p:grpSpPr>
        <p:sp>
          <p:nvSpPr>
            <p:cNvPr id="7" name="สี่เหลี่ยมผืนผ้ามุมมน 6"/>
            <p:cNvSpPr/>
            <p:nvPr/>
          </p:nvSpPr>
          <p:spPr>
            <a:xfrm rot="2812251">
              <a:off x="1597666" y="3100484"/>
              <a:ext cx="685800" cy="25908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สี่เหลี่ยมผืนผ้ามุมมน 7"/>
            <p:cNvSpPr/>
            <p:nvPr/>
          </p:nvSpPr>
          <p:spPr>
            <a:xfrm rot="18933140">
              <a:off x="4218935" y="3071440"/>
              <a:ext cx="685800" cy="25908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>
                <a:solidFill>
                  <a:srgbClr val="C00000"/>
                </a:solidFill>
              </a:endParaRPr>
            </a:p>
          </p:txBody>
        </p:sp>
        <p:sp>
          <p:nvSpPr>
            <p:cNvPr id="4" name="สี่เหลี่ยมผืนผ้ามุมมน 3"/>
            <p:cNvSpPr/>
            <p:nvPr/>
          </p:nvSpPr>
          <p:spPr>
            <a:xfrm>
              <a:off x="1894835" y="789084"/>
              <a:ext cx="2667000" cy="360680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5" name="สี่เหลี่ยมผืนผ้ามุมมน 4"/>
            <p:cNvSpPr/>
            <p:nvPr/>
          </p:nvSpPr>
          <p:spPr>
            <a:xfrm>
              <a:off x="2440935" y="1201170"/>
              <a:ext cx="1574800" cy="6223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6" name="กลุ่ม 15"/>
          <p:cNvGrpSpPr/>
          <p:nvPr/>
        </p:nvGrpSpPr>
        <p:grpSpPr>
          <a:xfrm>
            <a:off x="6043897" y="658576"/>
            <a:ext cx="4259569" cy="4873156"/>
            <a:chOff x="6043897" y="658576"/>
            <a:chExt cx="4259569" cy="4873156"/>
          </a:xfrm>
        </p:grpSpPr>
        <p:sp>
          <p:nvSpPr>
            <p:cNvPr id="11" name="สี่เหลี่ยมผืนผ้ามุมมน 10"/>
            <p:cNvSpPr/>
            <p:nvPr/>
          </p:nvSpPr>
          <p:spPr>
            <a:xfrm rot="2812251">
              <a:off x="6996397" y="2969976"/>
              <a:ext cx="685800" cy="25908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2" name="สี่เหลี่ยมผืนผ้ามุมมน 11"/>
            <p:cNvSpPr/>
            <p:nvPr/>
          </p:nvSpPr>
          <p:spPr>
            <a:xfrm rot="18933140">
              <a:off x="9617666" y="2940932"/>
              <a:ext cx="685800" cy="25908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3" name="สี่เหลี่ยมผืนผ้ามุมมน 12"/>
            <p:cNvSpPr/>
            <p:nvPr/>
          </p:nvSpPr>
          <p:spPr>
            <a:xfrm>
              <a:off x="7293566" y="658576"/>
              <a:ext cx="2667000" cy="3606800"/>
            </a:xfrm>
            <a:prstGeom prst="roundRect">
              <a:avLst/>
            </a:prstGeom>
            <a:solidFill>
              <a:srgbClr val="66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4" name="สี่เหลี่ยมผืนผ้ามุมมน 13"/>
            <p:cNvSpPr/>
            <p:nvPr/>
          </p:nvSpPr>
          <p:spPr>
            <a:xfrm>
              <a:off x="7839666" y="1094376"/>
              <a:ext cx="1574800" cy="6223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361073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กลุ่ม 13"/>
          <p:cNvGrpSpPr/>
          <p:nvPr/>
        </p:nvGrpSpPr>
        <p:grpSpPr>
          <a:xfrm>
            <a:off x="1402069" y="304798"/>
            <a:ext cx="2667000" cy="4813300"/>
            <a:chOff x="1402069" y="304798"/>
            <a:chExt cx="2667000" cy="4813300"/>
          </a:xfrm>
        </p:grpSpPr>
        <p:sp>
          <p:nvSpPr>
            <p:cNvPr id="9" name="สี่เหลี่ยมผืนผ้ามุมมน 8"/>
            <p:cNvSpPr/>
            <p:nvPr/>
          </p:nvSpPr>
          <p:spPr>
            <a:xfrm>
              <a:off x="1628135" y="2527298"/>
              <a:ext cx="685800" cy="25908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สี่เหลี่ยมผืนผ้ามุมมน 5"/>
            <p:cNvSpPr/>
            <p:nvPr/>
          </p:nvSpPr>
          <p:spPr>
            <a:xfrm>
              <a:off x="3225800" y="2527298"/>
              <a:ext cx="685800" cy="25908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7" name="สี่เหลี่ยมผืนผ้ามุมมน 6"/>
            <p:cNvSpPr/>
            <p:nvPr/>
          </p:nvSpPr>
          <p:spPr>
            <a:xfrm>
              <a:off x="1402069" y="304798"/>
              <a:ext cx="2667000" cy="360680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สี่เหลี่ยมผืนผ้ามุมมน 7"/>
            <p:cNvSpPr/>
            <p:nvPr/>
          </p:nvSpPr>
          <p:spPr>
            <a:xfrm>
              <a:off x="1948169" y="704848"/>
              <a:ext cx="1574800" cy="6223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5" name="กลุ่ม 14"/>
          <p:cNvGrpSpPr/>
          <p:nvPr/>
        </p:nvGrpSpPr>
        <p:grpSpPr>
          <a:xfrm>
            <a:off x="6494769" y="304798"/>
            <a:ext cx="2667000" cy="4813300"/>
            <a:chOff x="6494769" y="304798"/>
            <a:chExt cx="2667000" cy="4813300"/>
          </a:xfrm>
        </p:grpSpPr>
        <p:sp>
          <p:nvSpPr>
            <p:cNvPr id="10" name="สี่เหลี่ยมผืนผ้ามุมมน 9"/>
            <p:cNvSpPr/>
            <p:nvPr/>
          </p:nvSpPr>
          <p:spPr>
            <a:xfrm>
              <a:off x="6697969" y="2527298"/>
              <a:ext cx="685800" cy="25908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1" name="สี่เหลี่ยมผืนผ้ามุมมน 10"/>
            <p:cNvSpPr/>
            <p:nvPr/>
          </p:nvSpPr>
          <p:spPr>
            <a:xfrm>
              <a:off x="8272769" y="2527298"/>
              <a:ext cx="685800" cy="25908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2" name="สี่เหลี่ยมผืนผ้ามุมมน 11"/>
            <p:cNvSpPr/>
            <p:nvPr/>
          </p:nvSpPr>
          <p:spPr>
            <a:xfrm>
              <a:off x="6494769" y="304798"/>
              <a:ext cx="2667000" cy="3606800"/>
            </a:xfrm>
            <a:prstGeom prst="roundRect">
              <a:avLst/>
            </a:prstGeom>
            <a:solidFill>
              <a:srgbClr val="66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3" name="สี่เหลี่ยมผืนผ้ามุมมน 12"/>
            <p:cNvSpPr/>
            <p:nvPr/>
          </p:nvSpPr>
          <p:spPr>
            <a:xfrm>
              <a:off x="7040869" y="704848"/>
              <a:ext cx="1574800" cy="6223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3674369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กลุ่ม 16"/>
          <p:cNvGrpSpPr/>
          <p:nvPr/>
        </p:nvGrpSpPr>
        <p:grpSpPr>
          <a:xfrm>
            <a:off x="601969" y="393698"/>
            <a:ext cx="2667000" cy="4813300"/>
            <a:chOff x="601969" y="393698"/>
            <a:chExt cx="2667000" cy="4813300"/>
          </a:xfrm>
        </p:grpSpPr>
        <p:sp>
          <p:nvSpPr>
            <p:cNvPr id="5" name="สี่เหลี่ยมผืนผ้ามุมมน 4"/>
            <p:cNvSpPr/>
            <p:nvPr/>
          </p:nvSpPr>
          <p:spPr>
            <a:xfrm>
              <a:off x="828035" y="2616198"/>
              <a:ext cx="685800" cy="25908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สี่เหลี่ยมผืนผ้ามุมมน 5"/>
            <p:cNvSpPr/>
            <p:nvPr/>
          </p:nvSpPr>
          <p:spPr>
            <a:xfrm rot="19691142">
              <a:off x="2425700" y="2616198"/>
              <a:ext cx="685800" cy="25908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7" name="สี่เหลี่ยมผืนผ้ามุมมน 6"/>
            <p:cNvSpPr/>
            <p:nvPr/>
          </p:nvSpPr>
          <p:spPr>
            <a:xfrm>
              <a:off x="601969" y="393698"/>
              <a:ext cx="2667000" cy="360680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สี่เหลี่ยมผืนผ้ามุมมน 7"/>
            <p:cNvSpPr/>
            <p:nvPr/>
          </p:nvSpPr>
          <p:spPr>
            <a:xfrm>
              <a:off x="1694169" y="801251"/>
              <a:ext cx="1574800" cy="6223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8" name="กลุ่ม 17"/>
          <p:cNvGrpSpPr/>
          <p:nvPr/>
        </p:nvGrpSpPr>
        <p:grpSpPr>
          <a:xfrm>
            <a:off x="4500868" y="344891"/>
            <a:ext cx="2814331" cy="4848254"/>
            <a:chOff x="4500869" y="379845"/>
            <a:chExt cx="2667000" cy="4813300"/>
          </a:xfrm>
        </p:grpSpPr>
        <p:sp>
          <p:nvSpPr>
            <p:cNvPr id="9" name="สี่เหลี่ยมผืนผ้ามุมมน 8"/>
            <p:cNvSpPr/>
            <p:nvPr/>
          </p:nvSpPr>
          <p:spPr>
            <a:xfrm rot="2180867">
              <a:off x="4726935" y="2602345"/>
              <a:ext cx="685800" cy="25908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0" name="สี่เหลี่ยมผืนผ้ามุมมน 9"/>
            <p:cNvSpPr/>
            <p:nvPr/>
          </p:nvSpPr>
          <p:spPr>
            <a:xfrm rot="19691142">
              <a:off x="6324600" y="2602345"/>
              <a:ext cx="685800" cy="25908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1" name="สี่เหลี่ยมผืนผ้ามุมมน 10"/>
            <p:cNvSpPr/>
            <p:nvPr/>
          </p:nvSpPr>
          <p:spPr>
            <a:xfrm>
              <a:off x="4500869" y="379845"/>
              <a:ext cx="2667000" cy="360680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2" name="สี่เหลี่ยมผืนผ้ามุมมน 11"/>
            <p:cNvSpPr/>
            <p:nvPr/>
          </p:nvSpPr>
          <p:spPr>
            <a:xfrm>
              <a:off x="5593069" y="787398"/>
              <a:ext cx="1574800" cy="6223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9" name="กลุ่ม 18"/>
          <p:cNvGrpSpPr/>
          <p:nvPr/>
        </p:nvGrpSpPr>
        <p:grpSpPr>
          <a:xfrm>
            <a:off x="8539111" y="344891"/>
            <a:ext cx="2667000" cy="4813300"/>
            <a:chOff x="8539111" y="344891"/>
            <a:chExt cx="2667000" cy="4813300"/>
          </a:xfrm>
        </p:grpSpPr>
        <p:sp>
          <p:nvSpPr>
            <p:cNvPr id="13" name="สี่เหลี่ยมผืนผ้ามุมมน 12"/>
            <p:cNvSpPr/>
            <p:nvPr/>
          </p:nvSpPr>
          <p:spPr>
            <a:xfrm rot="2180867">
              <a:off x="8765177" y="2567391"/>
              <a:ext cx="685800" cy="25908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4" name="สี่เหลี่ยมผืนผ้ามุมมน 13"/>
            <p:cNvSpPr/>
            <p:nvPr/>
          </p:nvSpPr>
          <p:spPr>
            <a:xfrm>
              <a:off x="10362842" y="2567391"/>
              <a:ext cx="685800" cy="25908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5" name="สี่เหลี่ยมผืนผ้ามุมมน 14"/>
            <p:cNvSpPr/>
            <p:nvPr/>
          </p:nvSpPr>
          <p:spPr>
            <a:xfrm>
              <a:off x="8539111" y="344891"/>
              <a:ext cx="2667000" cy="360680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6" name="สี่เหลี่ยมผืนผ้ามุมมน 15"/>
            <p:cNvSpPr/>
            <p:nvPr/>
          </p:nvSpPr>
          <p:spPr>
            <a:xfrm>
              <a:off x="9631311" y="752444"/>
              <a:ext cx="1574800" cy="6223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3089295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กลุ่ม 15"/>
          <p:cNvGrpSpPr/>
          <p:nvPr/>
        </p:nvGrpSpPr>
        <p:grpSpPr>
          <a:xfrm>
            <a:off x="601969" y="393698"/>
            <a:ext cx="2667000" cy="4813300"/>
            <a:chOff x="601969" y="393698"/>
            <a:chExt cx="2667000" cy="4813300"/>
          </a:xfrm>
        </p:grpSpPr>
        <p:sp>
          <p:nvSpPr>
            <p:cNvPr id="4" name="สี่เหลี่ยมผืนผ้ามุมมน 3"/>
            <p:cNvSpPr/>
            <p:nvPr/>
          </p:nvSpPr>
          <p:spPr>
            <a:xfrm>
              <a:off x="828035" y="2616198"/>
              <a:ext cx="685800" cy="25908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5" name="สี่เหลี่ยมผืนผ้ามุมมน 4"/>
            <p:cNvSpPr/>
            <p:nvPr/>
          </p:nvSpPr>
          <p:spPr>
            <a:xfrm rot="19691142">
              <a:off x="2425700" y="2616198"/>
              <a:ext cx="685800" cy="25908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สี่เหลี่ยมผืนผ้ามุมมน 5"/>
            <p:cNvSpPr/>
            <p:nvPr/>
          </p:nvSpPr>
          <p:spPr>
            <a:xfrm>
              <a:off x="601969" y="393698"/>
              <a:ext cx="2667000" cy="3606800"/>
            </a:xfrm>
            <a:prstGeom prst="roundRect">
              <a:avLst/>
            </a:prstGeom>
            <a:solidFill>
              <a:srgbClr val="66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7" name="สี่เหลี่ยมผืนผ้ามุมมน 6"/>
            <p:cNvSpPr/>
            <p:nvPr/>
          </p:nvSpPr>
          <p:spPr>
            <a:xfrm>
              <a:off x="1694169" y="801251"/>
              <a:ext cx="1574800" cy="6223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7" name="กลุ่ม 16"/>
          <p:cNvGrpSpPr/>
          <p:nvPr/>
        </p:nvGrpSpPr>
        <p:grpSpPr>
          <a:xfrm>
            <a:off x="4500869" y="379845"/>
            <a:ext cx="2667000" cy="4813300"/>
            <a:chOff x="4500869" y="379845"/>
            <a:chExt cx="2667000" cy="4813300"/>
          </a:xfrm>
        </p:grpSpPr>
        <p:sp>
          <p:nvSpPr>
            <p:cNvPr id="8" name="สี่เหลี่ยมผืนผ้ามุมมน 7"/>
            <p:cNvSpPr/>
            <p:nvPr/>
          </p:nvSpPr>
          <p:spPr>
            <a:xfrm rot="2180867">
              <a:off x="4726935" y="2602345"/>
              <a:ext cx="685800" cy="25908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สี่เหลี่ยมผืนผ้ามุมมน 8"/>
            <p:cNvSpPr/>
            <p:nvPr/>
          </p:nvSpPr>
          <p:spPr>
            <a:xfrm rot="19691142">
              <a:off x="6324600" y="2602345"/>
              <a:ext cx="685800" cy="25908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0" name="สี่เหลี่ยมผืนผ้ามุมมน 9"/>
            <p:cNvSpPr/>
            <p:nvPr/>
          </p:nvSpPr>
          <p:spPr>
            <a:xfrm>
              <a:off x="4500869" y="379845"/>
              <a:ext cx="2667000" cy="3606800"/>
            </a:xfrm>
            <a:prstGeom prst="roundRect">
              <a:avLst/>
            </a:prstGeom>
            <a:solidFill>
              <a:srgbClr val="66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1" name="สี่เหลี่ยมผืนผ้ามุมมน 10"/>
            <p:cNvSpPr/>
            <p:nvPr/>
          </p:nvSpPr>
          <p:spPr>
            <a:xfrm>
              <a:off x="5593069" y="787398"/>
              <a:ext cx="1574800" cy="6223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8" name="กลุ่ม 17"/>
          <p:cNvGrpSpPr/>
          <p:nvPr/>
        </p:nvGrpSpPr>
        <p:grpSpPr>
          <a:xfrm>
            <a:off x="8539111" y="344891"/>
            <a:ext cx="2667000" cy="4813300"/>
            <a:chOff x="8539111" y="344891"/>
            <a:chExt cx="2667000" cy="4813300"/>
          </a:xfrm>
        </p:grpSpPr>
        <p:sp>
          <p:nvSpPr>
            <p:cNvPr id="12" name="สี่เหลี่ยมผืนผ้ามุมมน 11"/>
            <p:cNvSpPr/>
            <p:nvPr/>
          </p:nvSpPr>
          <p:spPr>
            <a:xfrm rot="2180867">
              <a:off x="8765177" y="2567391"/>
              <a:ext cx="685800" cy="25908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3" name="สี่เหลี่ยมผืนผ้ามุมมน 12"/>
            <p:cNvSpPr/>
            <p:nvPr/>
          </p:nvSpPr>
          <p:spPr>
            <a:xfrm>
              <a:off x="10362842" y="2567391"/>
              <a:ext cx="685800" cy="25908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4" name="สี่เหลี่ยมผืนผ้ามุมมน 13"/>
            <p:cNvSpPr/>
            <p:nvPr/>
          </p:nvSpPr>
          <p:spPr>
            <a:xfrm>
              <a:off x="8539111" y="344891"/>
              <a:ext cx="2667000" cy="3606800"/>
            </a:xfrm>
            <a:prstGeom prst="roundRect">
              <a:avLst/>
            </a:prstGeom>
            <a:solidFill>
              <a:srgbClr val="66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5" name="สี่เหลี่ยมผืนผ้ามุมมน 14"/>
            <p:cNvSpPr/>
            <p:nvPr/>
          </p:nvSpPr>
          <p:spPr>
            <a:xfrm>
              <a:off x="9631311" y="752444"/>
              <a:ext cx="1574800" cy="6223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253001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กล่องข้อความ 15"/>
          <p:cNvSpPr txBox="1"/>
          <p:nvPr/>
        </p:nvSpPr>
        <p:spPr>
          <a:xfrm>
            <a:off x="482600" y="53340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h-TH" dirty="0" smtClean="0"/>
          </a:p>
        </p:txBody>
      </p:sp>
      <p:sp>
        <p:nvSpPr>
          <p:cNvPr id="19" name="ดาว 5 แฉก 18"/>
          <p:cNvSpPr/>
          <p:nvPr/>
        </p:nvSpPr>
        <p:spPr>
          <a:xfrm>
            <a:off x="667331" y="2179310"/>
            <a:ext cx="3251200" cy="318770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0" name="ดาว 5 แฉก 19"/>
          <p:cNvSpPr/>
          <p:nvPr/>
        </p:nvSpPr>
        <p:spPr>
          <a:xfrm>
            <a:off x="7481462" y="2268210"/>
            <a:ext cx="3251200" cy="318770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1" name="ดาว 5 แฉก 20"/>
          <p:cNvSpPr/>
          <p:nvPr/>
        </p:nvSpPr>
        <p:spPr>
          <a:xfrm>
            <a:off x="4070931" y="2179310"/>
            <a:ext cx="3251200" cy="3187700"/>
          </a:xfrm>
          <a:prstGeom prst="star5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20912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0" y="0"/>
            <a:ext cx="5372100" cy="21844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5689600" y="0"/>
            <a:ext cx="5334000" cy="2044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0" y="2286000"/>
            <a:ext cx="5575300" cy="24003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18" name="กลุ่ม 17"/>
          <p:cNvGrpSpPr/>
          <p:nvPr/>
        </p:nvGrpSpPr>
        <p:grpSpPr>
          <a:xfrm>
            <a:off x="6064672" y="2900362"/>
            <a:ext cx="4182958" cy="1785938"/>
            <a:chOff x="6281842" y="3814762"/>
            <a:chExt cx="4182958" cy="1785938"/>
          </a:xfrm>
        </p:grpSpPr>
        <p:sp>
          <p:nvSpPr>
            <p:cNvPr id="9" name="สี่เหลี่ยมผืนผ้ามุมมน 8"/>
            <p:cNvSpPr/>
            <p:nvPr/>
          </p:nvSpPr>
          <p:spPr>
            <a:xfrm>
              <a:off x="6281842" y="3814762"/>
              <a:ext cx="4182958" cy="1785938"/>
            </a:xfrm>
            <a:prstGeom prst="roundRect">
              <a:avLst/>
            </a:prstGeom>
            <a:solidFill>
              <a:srgbClr val="663300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7" name="รูปแบบอิสระ 16"/>
            <p:cNvSpPr/>
            <p:nvPr/>
          </p:nvSpPr>
          <p:spPr>
            <a:xfrm>
              <a:off x="6344073" y="3814762"/>
              <a:ext cx="3908281" cy="871538"/>
            </a:xfrm>
            <a:custGeom>
              <a:avLst/>
              <a:gdLst>
                <a:gd name="connsiteX0" fmla="*/ 110656 w 3908281"/>
                <a:gd name="connsiteY0" fmla="*/ 0 h 871538"/>
                <a:gd name="connsiteX1" fmla="*/ 3908281 w 3908281"/>
                <a:gd name="connsiteY1" fmla="*/ 0 h 871538"/>
                <a:gd name="connsiteX2" fmla="*/ 3899773 w 3908281"/>
                <a:gd name="connsiteY2" fmla="*/ 14394 h 871538"/>
                <a:gd name="connsiteX3" fmla="*/ 3443218 w 3908281"/>
                <a:gd name="connsiteY3" fmla="*/ 227341 h 871538"/>
                <a:gd name="connsiteX4" fmla="*/ 3253535 w 3908281"/>
                <a:gd name="connsiteY4" fmla="*/ 516086 h 871538"/>
                <a:gd name="connsiteX5" fmla="*/ 2607724 w 3908281"/>
                <a:gd name="connsiteY5" fmla="*/ 551048 h 871538"/>
                <a:gd name="connsiteX6" fmla="*/ 2146215 w 3908281"/>
                <a:gd name="connsiteY6" fmla="*/ 859085 h 871538"/>
                <a:gd name="connsiteX7" fmla="*/ 1467642 w 3908281"/>
                <a:gd name="connsiteY7" fmla="*/ 671061 h 871538"/>
                <a:gd name="connsiteX8" fmla="*/ 459649 w 3908281"/>
                <a:gd name="connsiteY8" fmla="*/ 485287 h 871538"/>
                <a:gd name="connsiteX9" fmla="*/ 16457 w 3908281"/>
                <a:gd name="connsiteY9" fmla="*/ 278558 h 871538"/>
                <a:gd name="connsiteX10" fmla="*/ 48694 w 3908281"/>
                <a:gd name="connsiteY10" fmla="*/ 60812 h 871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08281" h="871538">
                  <a:moveTo>
                    <a:pt x="110656" y="0"/>
                  </a:moveTo>
                  <a:lnTo>
                    <a:pt x="3908281" y="0"/>
                  </a:lnTo>
                  <a:lnTo>
                    <a:pt x="3899773" y="14394"/>
                  </a:lnTo>
                  <a:cubicBezTo>
                    <a:pt x="3802132" y="128096"/>
                    <a:pt x="3636112" y="207877"/>
                    <a:pt x="3443218" y="227341"/>
                  </a:cubicBezTo>
                  <a:cubicBezTo>
                    <a:pt x="3441991" y="338345"/>
                    <a:pt x="3372782" y="443619"/>
                    <a:pt x="3253535" y="516086"/>
                  </a:cubicBezTo>
                  <a:cubicBezTo>
                    <a:pt x="3072349" y="626208"/>
                    <a:pt x="2810626" y="640360"/>
                    <a:pt x="2607724" y="551048"/>
                  </a:cubicBezTo>
                  <a:cubicBezTo>
                    <a:pt x="2542104" y="704455"/>
                    <a:pt x="2366395" y="821725"/>
                    <a:pt x="2146215" y="859085"/>
                  </a:cubicBezTo>
                  <a:cubicBezTo>
                    <a:pt x="1886758" y="903105"/>
                    <a:pt x="1615971" y="828090"/>
                    <a:pt x="1467642" y="671061"/>
                  </a:cubicBezTo>
                  <a:cubicBezTo>
                    <a:pt x="1117545" y="820110"/>
                    <a:pt x="662834" y="736330"/>
                    <a:pt x="459649" y="485287"/>
                  </a:cubicBezTo>
                  <a:cubicBezTo>
                    <a:pt x="260052" y="501789"/>
                    <a:pt x="72635" y="414387"/>
                    <a:pt x="16457" y="278558"/>
                  </a:cubicBezTo>
                  <a:cubicBezTo>
                    <a:pt x="-14064" y="204853"/>
                    <a:pt x="-1459" y="126770"/>
                    <a:pt x="48694" y="60812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981371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ลูกศรขวา 3"/>
          <p:cNvSpPr/>
          <p:nvPr/>
        </p:nvSpPr>
        <p:spPr>
          <a:xfrm>
            <a:off x="1652270" y="695950"/>
            <a:ext cx="3975100" cy="179579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dirty="0" smtClean="0">
                <a:latin typeface="Mali" panose="00000500000000000000" pitchFamily="2" charset="-34"/>
                <a:cs typeface="Mali" panose="00000500000000000000" pitchFamily="2" charset="-34"/>
              </a:rPr>
              <a:t>NEXT </a:t>
            </a:r>
            <a:endParaRPr lang="th-TH" sz="3500" dirty="0">
              <a:latin typeface="Mali" panose="00000500000000000000" pitchFamily="2" charset="-34"/>
              <a:cs typeface="Mali" panose="00000500000000000000" pitchFamily="2" charset="-34"/>
            </a:endParaRPr>
          </a:p>
        </p:txBody>
      </p:sp>
      <p:grpSp>
        <p:nvGrpSpPr>
          <p:cNvPr id="10" name="กลุ่ม 9"/>
          <p:cNvGrpSpPr/>
          <p:nvPr/>
        </p:nvGrpSpPr>
        <p:grpSpPr>
          <a:xfrm>
            <a:off x="7189470" y="1005840"/>
            <a:ext cx="2171700" cy="3429000"/>
            <a:chOff x="7189470" y="1005840"/>
            <a:chExt cx="2171700" cy="3429000"/>
          </a:xfrm>
        </p:grpSpPr>
        <p:sp>
          <p:nvSpPr>
            <p:cNvPr id="8" name="สี่เหลี่ยมผืนผ้ามุมมน 7"/>
            <p:cNvSpPr/>
            <p:nvPr/>
          </p:nvSpPr>
          <p:spPr>
            <a:xfrm>
              <a:off x="7189470" y="1005840"/>
              <a:ext cx="2171700" cy="3429000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วงรี 8"/>
            <p:cNvSpPr/>
            <p:nvPr/>
          </p:nvSpPr>
          <p:spPr>
            <a:xfrm>
              <a:off x="7326630" y="2394585"/>
              <a:ext cx="582930" cy="65151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4" name="กลุ่ม 13"/>
          <p:cNvGrpSpPr/>
          <p:nvPr/>
        </p:nvGrpSpPr>
        <p:grpSpPr>
          <a:xfrm>
            <a:off x="1652270" y="2793995"/>
            <a:ext cx="3975100" cy="1795790"/>
            <a:chOff x="1652270" y="2793995"/>
            <a:chExt cx="3975100" cy="1795790"/>
          </a:xfrm>
        </p:grpSpPr>
        <p:sp>
          <p:nvSpPr>
            <p:cNvPr id="7" name="ลูกศรขวา 6"/>
            <p:cNvSpPr/>
            <p:nvPr/>
          </p:nvSpPr>
          <p:spPr>
            <a:xfrm rot="10800000">
              <a:off x="1652270" y="2793995"/>
              <a:ext cx="3975100" cy="1795790"/>
            </a:xfrm>
            <a:prstGeom prst="rightArrow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500" dirty="0" smtClean="0">
                  <a:latin typeface="Arial Black" panose="020B0A04020102020204" pitchFamily="34" charset="0"/>
                </a:rPr>
                <a:t> </a:t>
              </a:r>
              <a:endParaRPr lang="th-TH" sz="3500" dirty="0">
                <a:latin typeface="Arial Black" panose="020B0A04020102020204" pitchFamily="34" charset="0"/>
              </a:endParaRPr>
            </a:p>
          </p:txBody>
        </p:sp>
        <p:sp>
          <p:nvSpPr>
            <p:cNvPr id="12" name="กล่องข้อความ 11"/>
            <p:cNvSpPr txBox="1"/>
            <p:nvPr/>
          </p:nvSpPr>
          <p:spPr>
            <a:xfrm>
              <a:off x="2833368" y="3399279"/>
              <a:ext cx="2278188" cy="6309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500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RETURN</a:t>
              </a:r>
              <a:endParaRPr lang="th-TH" sz="35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5" name="กลุ่ม 4"/>
          <p:cNvGrpSpPr/>
          <p:nvPr/>
        </p:nvGrpSpPr>
        <p:grpSpPr>
          <a:xfrm rot="10800000">
            <a:off x="5444359" y="1646397"/>
            <a:ext cx="1439917" cy="1587062"/>
            <a:chOff x="5328745" y="4866290"/>
            <a:chExt cx="1439917" cy="1587062"/>
          </a:xfrm>
        </p:grpSpPr>
        <p:sp>
          <p:nvSpPr>
            <p:cNvPr id="2" name="วงรี 1"/>
            <p:cNvSpPr/>
            <p:nvPr/>
          </p:nvSpPr>
          <p:spPr>
            <a:xfrm>
              <a:off x="5328745" y="4866290"/>
              <a:ext cx="1439917" cy="158706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" name="ลูกศรขวา 2"/>
            <p:cNvSpPr/>
            <p:nvPr/>
          </p:nvSpPr>
          <p:spPr>
            <a:xfrm>
              <a:off x="5691351" y="5349766"/>
              <a:ext cx="714703" cy="620110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1368978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กลุ่ม 6"/>
          <p:cNvGrpSpPr/>
          <p:nvPr/>
        </p:nvGrpSpPr>
        <p:grpSpPr>
          <a:xfrm>
            <a:off x="651510" y="397260"/>
            <a:ext cx="2640330" cy="2408939"/>
            <a:chOff x="4686300" y="2203200"/>
            <a:chExt cx="2640330" cy="2408939"/>
          </a:xfrm>
        </p:grpSpPr>
        <p:sp>
          <p:nvSpPr>
            <p:cNvPr id="6" name="สี่เหลี่ยมผืนผ้า 5"/>
            <p:cNvSpPr/>
            <p:nvPr/>
          </p:nvSpPr>
          <p:spPr>
            <a:xfrm>
              <a:off x="6572250" y="2203200"/>
              <a:ext cx="331470" cy="891540"/>
            </a:xfrm>
            <a:prstGeom prst="rect">
              <a:avLst/>
            </a:prstGeom>
            <a:solidFill>
              <a:srgbClr val="F884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สี่เหลี่ยมผืนผ้า 3"/>
            <p:cNvSpPr/>
            <p:nvPr/>
          </p:nvSpPr>
          <p:spPr>
            <a:xfrm>
              <a:off x="5109210" y="3331979"/>
              <a:ext cx="1794510" cy="12801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5" name="สามเหลี่ยมหน้าจั่ว 4"/>
            <p:cNvSpPr/>
            <p:nvPr/>
          </p:nvSpPr>
          <p:spPr>
            <a:xfrm>
              <a:off x="4686300" y="2217420"/>
              <a:ext cx="2640330" cy="1257300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8" name="หัวใจ 7"/>
          <p:cNvSpPr/>
          <p:nvPr/>
        </p:nvSpPr>
        <p:spPr>
          <a:xfrm>
            <a:off x="3520440" y="894464"/>
            <a:ext cx="1657350" cy="1548631"/>
          </a:xfrm>
          <a:prstGeom prst="hear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14" name="กลุ่ม 13"/>
          <p:cNvGrpSpPr/>
          <p:nvPr/>
        </p:nvGrpSpPr>
        <p:grpSpPr>
          <a:xfrm>
            <a:off x="6593218" y="997200"/>
            <a:ext cx="3223313" cy="1343158"/>
            <a:chOff x="6857987" y="2166119"/>
            <a:chExt cx="3223313" cy="1017269"/>
          </a:xfrm>
          <a:solidFill>
            <a:srgbClr val="FFFF00"/>
          </a:solidFill>
        </p:grpSpPr>
        <p:sp>
          <p:nvSpPr>
            <p:cNvPr id="11" name="รูปแบบอิสระ 10"/>
            <p:cNvSpPr/>
            <p:nvPr/>
          </p:nvSpPr>
          <p:spPr>
            <a:xfrm rot="16200000">
              <a:off x="7155180" y="1868926"/>
              <a:ext cx="1017269" cy="1611656"/>
            </a:xfrm>
            <a:custGeom>
              <a:avLst/>
              <a:gdLst>
                <a:gd name="connsiteX0" fmla="*/ 0 w 1017269"/>
                <a:gd name="connsiteY0" fmla="*/ 0 h 1611656"/>
                <a:gd name="connsiteX1" fmla="*/ 1017269 w 1017269"/>
                <a:gd name="connsiteY1" fmla="*/ 13 h 1611656"/>
                <a:gd name="connsiteX2" fmla="*/ 468648 w 1017269"/>
                <a:gd name="connsiteY2" fmla="*/ 805828 h 1611656"/>
                <a:gd name="connsiteX3" fmla="*/ 1017269 w 1017269"/>
                <a:gd name="connsiteY3" fmla="*/ 1611643 h 1611656"/>
                <a:gd name="connsiteX4" fmla="*/ 0 w 1017269"/>
                <a:gd name="connsiteY4" fmla="*/ 1611656 h 161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7269" h="1611656">
                  <a:moveTo>
                    <a:pt x="0" y="0"/>
                  </a:moveTo>
                  <a:lnTo>
                    <a:pt x="1017269" y="13"/>
                  </a:lnTo>
                  <a:lnTo>
                    <a:pt x="468648" y="805828"/>
                  </a:lnTo>
                  <a:lnTo>
                    <a:pt x="1017269" y="1611643"/>
                  </a:lnTo>
                  <a:lnTo>
                    <a:pt x="0" y="161165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2" name="รูปแบบอิสระ 11"/>
            <p:cNvSpPr/>
            <p:nvPr/>
          </p:nvSpPr>
          <p:spPr>
            <a:xfrm rot="16200000">
              <a:off x="8766837" y="1868926"/>
              <a:ext cx="1017269" cy="1611656"/>
            </a:xfrm>
            <a:custGeom>
              <a:avLst/>
              <a:gdLst>
                <a:gd name="connsiteX0" fmla="*/ 0 w 1017269"/>
                <a:gd name="connsiteY0" fmla="*/ 0 h 1611656"/>
                <a:gd name="connsiteX1" fmla="*/ 1017269 w 1017269"/>
                <a:gd name="connsiteY1" fmla="*/ 13 h 1611656"/>
                <a:gd name="connsiteX2" fmla="*/ 468648 w 1017269"/>
                <a:gd name="connsiteY2" fmla="*/ 805828 h 1611656"/>
                <a:gd name="connsiteX3" fmla="*/ 1017269 w 1017269"/>
                <a:gd name="connsiteY3" fmla="*/ 1611643 h 1611656"/>
                <a:gd name="connsiteX4" fmla="*/ 0 w 1017269"/>
                <a:gd name="connsiteY4" fmla="*/ 1611656 h 161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7269" h="1611656">
                  <a:moveTo>
                    <a:pt x="0" y="0"/>
                  </a:moveTo>
                  <a:lnTo>
                    <a:pt x="1017269" y="13"/>
                  </a:lnTo>
                  <a:lnTo>
                    <a:pt x="468648" y="805828"/>
                  </a:lnTo>
                  <a:lnTo>
                    <a:pt x="1017269" y="1611643"/>
                  </a:lnTo>
                  <a:lnTo>
                    <a:pt x="0" y="161165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1683394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มุมมน 4"/>
          <p:cNvSpPr/>
          <p:nvPr/>
        </p:nvSpPr>
        <p:spPr>
          <a:xfrm>
            <a:off x="3898900" y="558800"/>
            <a:ext cx="3759200" cy="1130300"/>
          </a:xfrm>
          <a:prstGeom prst="roundRect">
            <a:avLst/>
          </a:prstGeom>
          <a:solidFill>
            <a:srgbClr val="F884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dirty="0" smtClean="0">
                <a:latin typeface="Algerian" panose="04020705040A02060702" pitchFamily="82" charset="0"/>
              </a:rPr>
              <a:t>Game over</a:t>
            </a:r>
            <a:endParaRPr lang="th-TH" sz="34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456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กลุ่ม 15"/>
          <p:cNvGrpSpPr/>
          <p:nvPr/>
        </p:nvGrpSpPr>
        <p:grpSpPr>
          <a:xfrm>
            <a:off x="584200" y="342900"/>
            <a:ext cx="10591800" cy="5689600"/>
            <a:chOff x="584200" y="342900"/>
            <a:chExt cx="10591800" cy="5689600"/>
          </a:xfrm>
        </p:grpSpPr>
        <p:sp>
          <p:nvSpPr>
            <p:cNvPr id="4" name="สี่เหลี่ยมผืนผ้ามุมมน 3"/>
            <p:cNvSpPr/>
            <p:nvPr/>
          </p:nvSpPr>
          <p:spPr>
            <a:xfrm>
              <a:off x="584200" y="342900"/>
              <a:ext cx="10591800" cy="568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5" name="กล่องข้อความ 4"/>
            <p:cNvSpPr txBox="1"/>
            <p:nvPr/>
          </p:nvSpPr>
          <p:spPr>
            <a:xfrm>
              <a:off x="1145663" y="644287"/>
              <a:ext cx="97282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6000" b="1" dirty="0" smtClean="0">
                  <a:latin typeface="4804_KwangMD_PukluK" panose="02000000000000000000" pitchFamily="2" charset="0"/>
                  <a:cs typeface="4804_KwangMD_PukluK" panose="02000000000000000000" pitchFamily="2" charset="0"/>
                </a:rPr>
                <a:t>1.การบังคับ</a:t>
              </a:r>
            </a:p>
            <a:p>
              <a:endParaRPr lang="th-TH" sz="6000" b="1" dirty="0">
                <a:latin typeface="4804_KwangMD_PukluK" panose="02000000000000000000" pitchFamily="2" charset="0"/>
                <a:cs typeface="4804_KwangMD_PukluK" panose="02000000000000000000" pitchFamily="2" charset="0"/>
              </a:endParaRPr>
            </a:p>
          </p:txBody>
        </p:sp>
        <p:grpSp>
          <p:nvGrpSpPr>
            <p:cNvPr id="6" name="กลุ่ม 5"/>
            <p:cNvGrpSpPr/>
            <p:nvPr/>
          </p:nvGrpSpPr>
          <p:grpSpPr>
            <a:xfrm>
              <a:off x="4650253" y="2354776"/>
              <a:ext cx="2014231" cy="2444750"/>
              <a:chOff x="1402069" y="304798"/>
              <a:chExt cx="2667000" cy="4813300"/>
            </a:xfrm>
          </p:grpSpPr>
          <p:sp>
            <p:nvSpPr>
              <p:cNvPr id="7" name="สี่เหลี่ยมผืนผ้ามุมมน 6"/>
              <p:cNvSpPr/>
              <p:nvPr/>
            </p:nvSpPr>
            <p:spPr>
              <a:xfrm>
                <a:off x="1628135" y="2527298"/>
                <a:ext cx="685800" cy="2590800"/>
              </a:xfrm>
              <a:prstGeom prst="round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8" name="สี่เหลี่ยมผืนผ้ามุมมน 7"/>
              <p:cNvSpPr/>
              <p:nvPr/>
            </p:nvSpPr>
            <p:spPr>
              <a:xfrm>
                <a:off x="3225800" y="2527298"/>
                <a:ext cx="685800" cy="2590800"/>
              </a:xfrm>
              <a:prstGeom prst="round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9" name="สี่เหลี่ยมผืนผ้ามุมมน 8"/>
              <p:cNvSpPr/>
              <p:nvPr/>
            </p:nvSpPr>
            <p:spPr>
              <a:xfrm>
                <a:off x="1402069" y="304798"/>
                <a:ext cx="2667000" cy="3606800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0" name="สี่เหลี่ยมผืนผ้ามุมมน 9"/>
              <p:cNvSpPr/>
              <p:nvPr/>
            </p:nvSpPr>
            <p:spPr>
              <a:xfrm>
                <a:off x="1948169" y="704848"/>
                <a:ext cx="1574800" cy="6223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11" name="ลูกศรขวา 10"/>
            <p:cNvSpPr/>
            <p:nvPr/>
          </p:nvSpPr>
          <p:spPr>
            <a:xfrm>
              <a:off x="7254014" y="2806700"/>
              <a:ext cx="2654300" cy="1409700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4800" b="1" dirty="0" smtClean="0">
                  <a:solidFill>
                    <a:schemeClr val="tx1"/>
                  </a:solidFill>
                  <a:latin typeface="4804_KwangMD_PukluK" panose="02000000000000000000" pitchFamily="2" charset="0"/>
                  <a:cs typeface="4804_KwangMD_PukluK" panose="02000000000000000000" pitchFamily="2" charset="0"/>
                </a:rPr>
                <a:t>ไปข้างหน้า</a:t>
              </a:r>
              <a:endParaRPr lang="th-TH" sz="4800" b="1" dirty="0">
                <a:solidFill>
                  <a:schemeClr val="tx1"/>
                </a:solidFill>
                <a:latin typeface="4804_KwangMD_PukluK" panose="02000000000000000000" pitchFamily="2" charset="0"/>
                <a:cs typeface="4804_KwangMD_PukluK" panose="02000000000000000000" pitchFamily="2" charset="0"/>
              </a:endParaRPr>
            </a:p>
          </p:txBody>
        </p:sp>
        <p:sp>
          <p:nvSpPr>
            <p:cNvPr id="12" name="ลูกศรขวา 11"/>
            <p:cNvSpPr/>
            <p:nvPr/>
          </p:nvSpPr>
          <p:spPr>
            <a:xfrm rot="10800000">
              <a:off x="1512899" y="2794000"/>
              <a:ext cx="2654300" cy="1409700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sz="3500" b="1" dirty="0">
                <a:solidFill>
                  <a:schemeClr val="tx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3" name="กล่องข้อความ 12"/>
            <p:cNvSpPr txBox="1"/>
            <p:nvPr/>
          </p:nvSpPr>
          <p:spPr>
            <a:xfrm>
              <a:off x="2324723" y="3196079"/>
              <a:ext cx="169790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h-TH" sz="4800" b="1" dirty="0" smtClean="0">
                  <a:latin typeface="4804_KwangMD_PukluK" panose="02000000000000000000" pitchFamily="2" charset="0"/>
                  <a:cs typeface="4804_KwangMD_PukluK" panose="02000000000000000000" pitchFamily="2" charset="0"/>
                </a:rPr>
                <a:t>ไปข้างหลัง</a:t>
              </a:r>
              <a:endParaRPr lang="th-TH" sz="4800" b="1" dirty="0">
                <a:latin typeface="4804_KwangMD_PukluK" panose="02000000000000000000" pitchFamily="2" charset="0"/>
                <a:cs typeface="4804_KwangMD_PukluK" panose="02000000000000000000" pitchFamily="2" charset="0"/>
              </a:endParaRPr>
            </a:p>
          </p:txBody>
        </p:sp>
        <p:sp>
          <p:nvSpPr>
            <p:cNvPr id="14" name="ลูกศรขวา 13"/>
            <p:cNvSpPr/>
            <p:nvPr/>
          </p:nvSpPr>
          <p:spPr>
            <a:xfrm rot="16200000">
              <a:off x="4787967" y="642361"/>
              <a:ext cx="1677204" cy="1299528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sz="3500" b="1" dirty="0">
                <a:solidFill>
                  <a:schemeClr val="tx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5" name="กล่องข้อความ 14"/>
            <p:cNvSpPr txBox="1"/>
            <p:nvPr/>
          </p:nvSpPr>
          <p:spPr>
            <a:xfrm>
              <a:off x="6009763" y="1239577"/>
              <a:ext cx="134844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sz="4800" b="1" dirty="0" smtClean="0">
                  <a:latin typeface="4804_KwangMD_PukluK" panose="02000000000000000000" pitchFamily="2" charset="0"/>
                  <a:cs typeface="4804_KwangMD_PukluK" panose="02000000000000000000" pitchFamily="2" charset="0"/>
                </a:rPr>
                <a:t>กระโดด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4405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มุมมน 3"/>
          <p:cNvSpPr/>
          <p:nvPr/>
        </p:nvSpPr>
        <p:spPr>
          <a:xfrm>
            <a:off x="622300" y="368300"/>
            <a:ext cx="10591800" cy="56896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5" name="กล่องข้อความ 4"/>
          <p:cNvSpPr txBox="1"/>
          <p:nvPr/>
        </p:nvSpPr>
        <p:spPr>
          <a:xfrm>
            <a:off x="1041400" y="529771"/>
            <a:ext cx="975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6000" b="1" dirty="0" smtClean="0">
                <a:latin typeface="4804_KwangMD_PukluK" panose="02000000000000000000" pitchFamily="2" charset="0"/>
                <a:cs typeface="4804_KwangMD_PukluK" panose="02000000000000000000" pitchFamily="2" charset="0"/>
              </a:rPr>
              <a:t>1.กดเริ่มเกม</a:t>
            </a:r>
          </a:p>
        </p:txBody>
      </p:sp>
      <p:sp>
        <p:nvSpPr>
          <p:cNvPr id="6" name="กล่องข้อความ 5"/>
          <p:cNvSpPr txBox="1"/>
          <p:nvPr/>
        </p:nvSpPr>
        <p:spPr>
          <a:xfrm>
            <a:off x="1104900" y="1499268"/>
            <a:ext cx="9753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200" dirty="0" smtClean="0">
                <a:latin typeface="4804_KwangMD_PukluK" panose="02000000000000000000" pitchFamily="2" charset="0"/>
                <a:cs typeface="4804_KwangMD_PukluK" panose="02000000000000000000" pitchFamily="2" charset="0"/>
              </a:rPr>
              <a:t>1.1ตั้งชื่อผู้เล่นทั้งสอง </a:t>
            </a:r>
            <a:br>
              <a:rPr lang="th-TH" sz="3200" dirty="0" smtClean="0">
                <a:latin typeface="4804_KwangMD_PukluK" panose="02000000000000000000" pitchFamily="2" charset="0"/>
                <a:cs typeface="4804_KwangMD_PukluK" panose="02000000000000000000" pitchFamily="2" charset="0"/>
              </a:rPr>
            </a:br>
            <a:r>
              <a:rPr lang="th-TH" sz="3200" dirty="0" smtClean="0">
                <a:latin typeface="4804_KwangMD_PukluK" panose="02000000000000000000" pitchFamily="2" charset="0"/>
                <a:cs typeface="4804_KwangMD_PukluK" panose="02000000000000000000" pitchFamily="2" charset="0"/>
              </a:rPr>
              <a:t>1.2ผู้เล่นคนที่หนึ่ง สีแดง ใช้ปุ่ม </a:t>
            </a:r>
            <a:r>
              <a:rPr lang="en-US" sz="3200" dirty="0" smtClean="0">
                <a:latin typeface="4804_KwangMD_PukluK" panose="02000000000000000000" pitchFamily="2" charset="0"/>
                <a:cs typeface="4804_KwangMD_PukluK" panose="02000000000000000000" pitchFamily="2" charset="0"/>
              </a:rPr>
              <a:t>ARROW </a:t>
            </a:r>
            <a:r>
              <a:rPr lang="th-TH" sz="3200" dirty="0" smtClean="0">
                <a:latin typeface="4804_KwangMD_PukluK" panose="02000000000000000000" pitchFamily="2" charset="0"/>
                <a:cs typeface="4804_KwangMD_PukluK" panose="02000000000000000000" pitchFamily="2" charset="0"/>
              </a:rPr>
              <a:t>ในการเล่น</a:t>
            </a:r>
          </a:p>
          <a:p>
            <a:r>
              <a:rPr lang="th-TH" sz="3200" dirty="0" smtClean="0">
                <a:latin typeface="4804_KwangMD_PukluK" panose="02000000000000000000" pitchFamily="2" charset="0"/>
                <a:cs typeface="4804_KwangMD_PukluK" panose="02000000000000000000" pitchFamily="2" charset="0"/>
              </a:rPr>
              <a:t>1.3ผู้เล่นคนที่สอง สีม่วง ใช้ปุ่ม </a:t>
            </a:r>
            <a:r>
              <a:rPr lang="en-US" sz="3200" dirty="0" smtClean="0">
                <a:latin typeface="4804_KwangMD_PukluK" panose="02000000000000000000" pitchFamily="2" charset="0"/>
                <a:cs typeface="4804_KwangMD_PukluK" panose="02000000000000000000" pitchFamily="2" charset="0"/>
              </a:rPr>
              <a:t>W A space </a:t>
            </a:r>
            <a:r>
              <a:rPr lang="th-TH" sz="3200" dirty="0" smtClean="0">
                <a:latin typeface="4804_KwangMD_PukluK" panose="02000000000000000000" pitchFamily="2" charset="0"/>
                <a:cs typeface="4804_KwangMD_PukluK" panose="02000000000000000000" pitchFamily="2" charset="0"/>
              </a:rPr>
              <a:t>ในการเล่น</a:t>
            </a:r>
            <a:endParaRPr lang="th-TH" sz="3200" dirty="0">
              <a:latin typeface="4804_KwangMD_PukluK" panose="02000000000000000000" pitchFamily="2" charset="0"/>
              <a:cs typeface="4804_KwangMD_PukluK" panose="02000000000000000000" pitchFamily="2" charset="0"/>
            </a:endParaRPr>
          </a:p>
        </p:txBody>
      </p:sp>
      <p:sp>
        <p:nvSpPr>
          <p:cNvPr id="7" name="กล่องข้อความ 6"/>
          <p:cNvSpPr txBox="1"/>
          <p:nvPr/>
        </p:nvSpPr>
        <p:spPr>
          <a:xfrm>
            <a:off x="1155700" y="3022762"/>
            <a:ext cx="975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6000" b="1" dirty="0" smtClean="0">
                <a:latin typeface="4804_KwangMD_PukluK" panose="02000000000000000000" pitchFamily="2" charset="0"/>
                <a:cs typeface="4804_KwangMD_PukluK" panose="02000000000000000000" pitchFamily="2" charset="0"/>
              </a:rPr>
              <a:t>2.ขั้นตอนในการเล่น</a:t>
            </a:r>
          </a:p>
        </p:txBody>
      </p:sp>
      <p:sp>
        <p:nvSpPr>
          <p:cNvPr id="9" name="กล่องข้อความ 8"/>
          <p:cNvSpPr txBox="1"/>
          <p:nvPr/>
        </p:nvSpPr>
        <p:spPr>
          <a:xfrm>
            <a:off x="1104900" y="3781204"/>
            <a:ext cx="9753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200" dirty="0" smtClean="0">
                <a:latin typeface="4804_KwangMD_PukluK" panose="02000000000000000000" pitchFamily="2" charset="0"/>
                <a:cs typeface="4804_KwangMD_PukluK" panose="02000000000000000000" pitchFamily="2" charset="0"/>
              </a:rPr>
              <a:t>2.1 เกมนี้ผู้เล่นทั้งสองคนต้องแข่งกันเก็บแต้ม หรือ ดาว ให้ได้มากที่สุด มีทั้งหมดสามด่าน โดย</a:t>
            </a:r>
          </a:p>
          <a:p>
            <a:r>
              <a:rPr lang="th-TH" sz="3200" dirty="0" smtClean="0">
                <a:latin typeface="4804_KwangMD_PukluK" panose="02000000000000000000" pitchFamily="2" charset="0"/>
                <a:cs typeface="4804_KwangMD_PukluK" panose="02000000000000000000" pitchFamily="2" charset="0"/>
              </a:rPr>
              <a:t>ด่านที่หนึ่ง แต้มสีเหลืองบวก ห้า คะแนน </a:t>
            </a:r>
          </a:p>
          <a:p>
            <a:r>
              <a:rPr lang="th-TH" sz="3200" dirty="0" smtClean="0">
                <a:latin typeface="4804_KwangMD_PukluK" panose="02000000000000000000" pitchFamily="2" charset="0"/>
                <a:cs typeface="4804_KwangMD_PukluK" panose="02000000000000000000" pitchFamily="2" charset="0"/>
              </a:rPr>
              <a:t>ด่านที่สอง และ ด่านที่สาม แต้มสีเหลือง บวกห้า คะแนน แต้มสีดำ ลบสิบ คะแนน แต้มสีเขียว บวกสิบคะแนน</a:t>
            </a:r>
            <a:endParaRPr lang="th-TH" sz="3200" dirty="0">
              <a:latin typeface="4804_KwangMD_PukluK" panose="02000000000000000000" pitchFamily="2" charset="0"/>
              <a:cs typeface="4804_KwangMD_Puklu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912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กลุ่ม 7"/>
          <p:cNvGrpSpPr/>
          <p:nvPr/>
        </p:nvGrpSpPr>
        <p:grpSpPr>
          <a:xfrm>
            <a:off x="622300" y="368300"/>
            <a:ext cx="10591800" cy="5689600"/>
            <a:chOff x="622300" y="368300"/>
            <a:chExt cx="10591800" cy="5689600"/>
          </a:xfrm>
        </p:grpSpPr>
        <p:sp>
          <p:nvSpPr>
            <p:cNvPr id="5" name="สี่เหลี่ยมผืนผ้ามุมมน 4"/>
            <p:cNvSpPr/>
            <p:nvPr/>
          </p:nvSpPr>
          <p:spPr>
            <a:xfrm>
              <a:off x="622300" y="368300"/>
              <a:ext cx="10591800" cy="568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7" name="กล่องข้อความ 6"/>
            <p:cNvSpPr txBox="1"/>
            <p:nvPr/>
          </p:nvSpPr>
          <p:spPr>
            <a:xfrm>
              <a:off x="1368879" y="1717596"/>
              <a:ext cx="9098642" cy="2991007"/>
            </a:xfrm>
            <a:prstGeom prst="rect">
              <a:avLst/>
            </a:prstGeom>
            <a:noFill/>
          </p:spPr>
          <p:txBody>
            <a:bodyPr wrap="square" lIns="0" tIns="0" rIns="0" bIns="36000" rtlCol="0">
              <a:spAutoFit/>
            </a:bodyPr>
            <a:lstStyle/>
            <a:p>
              <a:r>
                <a:rPr lang="th-TH" sz="4800" b="1" dirty="0" smtClean="0">
                  <a:latin typeface="4804_KwangMD_PukluK" panose="02000000000000000000" pitchFamily="2" charset="0"/>
                  <a:cs typeface="4804_KwangMD_PukluK" panose="02000000000000000000" pitchFamily="2" charset="0"/>
                </a:rPr>
                <a:t>2.2 ในแต่ละด่าน ผู้เล่นจะมีพลังชีวิตอยู่ สาม ชีวิต ถ้าตกน้ำจะโดน หักหนึ่งชีวิต ถ้าตกน้ำครบสามครั้งจะเริ่มด่านถัดไป</a:t>
              </a:r>
            </a:p>
            <a:p>
              <a:r>
                <a:rPr lang="th-TH" sz="4800" b="1" dirty="0" smtClean="0">
                  <a:latin typeface="4804_KwangMD_PukluK" panose="02000000000000000000" pitchFamily="2" charset="0"/>
                  <a:cs typeface="4804_KwangMD_PukluK" panose="02000000000000000000" pitchFamily="2" charset="0"/>
                </a:rPr>
                <a:t>2.3 คะแนนจะสะสมตั้งแต่ด่านแรกถึงด่านสุดท้าย ใครมีคะแนนมากที่สุดเป็น ผู้ชนะ</a:t>
              </a:r>
              <a:endParaRPr lang="th-TH" sz="4800" b="1" dirty="0">
                <a:latin typeface="4804_KwangMD_PukluK" panose="02000000000000000000" pitchFamily="2" charset="0"/>
                <a:cs typeface="4804_KwangMD_PukluK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0669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กลุ่ม 9"/>
          <p:cNvGrpSpPr/>
          <p:nvPr/>
        </p:nvGrpSpPr>
        <p:grpSpPr>
          <a:xfrm>
            <a:off x="622300" y="368300"/>
            <a:ext cx="10591800" cy="5689600"/>
            <a:chOff x="622300" y="368300"/>
            <a:chExt cx="10591800" cy="5689600"/>
          </a:xfrm>
        </p:grpSpPr>
        <p:sp>
          <p:nvSpPr>
            <p:cNvPr id="4" name="สี่เหลี่ยมผืนผ้ามุมมน 3"/>
            <p:cNvSpPr/>
            <p:nvPr/>
          </p:nvSpPr>
          <p:spPr>
            <a:xfrm>
              <a:off x="622300" y="368300"/>
              <a:ext cx="10591800" cy="568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5" name="กล่องข้อความ 4"/>
            <p:cNvSpPr txBox="1"/>
            <p:nvPr/>
          </p:nvSpPr>
          <p:spPr>
            <a:xfrm>
              <a:off x="1041400" y="529771"/>
              <a:ext cx="97536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6000" b="1" dirty="0" smtClean="0">
                  <a:latin typeface="4804_KwangMD_PukluK" panose="02000000000000000000" pitchFamily="2" charset="0"/>
                  <a:cs typeface="4804_KwangMD_PukluK" panose="02000000000000000000" pitchFamily="2" charset="0"/>
                </a:rPr>
                <a:t>ผู้จัดทำ</a:t>
              </a:r>
            </a:p>
          </p:txBody>
        </p:sp>
        <p:sp>
          <p:nvSpPr>
            <p:cNvPr id="6" name="กล่องข้อความ 5"/>
            <p:cNvSpPr txBox="1"/>
            <p:nvPr/>
          </p:nvSpPr>
          <p:spPr>
            <a:xfrm>
              <a:off x="1368879" y="1717596"/>
              <a:ext cx="9098642" cy="1513679"/>
            </a:xfrm>
            <a:prstGeom prst="rect">
              <a:avLst/>
            </a:prstGeom>
            <a:noFill/>
          </p:spPr>
          <p:txBody>
            <a:bodyPr wrap="square" lIns="0" tIns="0" rIns="0" bIns="36000" rtlCol="0">
              <a:spAutoFit/>
            </a:bodyPr>
            <a:lstStyle/>
            <a:p>
              <a:pPr algn="ctr"/>
              <a:r>
                <a:rPr lang="th-TH" sz="4800" b="1" dirty="0" smtClean="0">
                  <a:latin typeface="4804_KwangMD_PukluK" panose="02000000000000000000" pitchFamily="2" charset="0"/>
                  <a:cs typeface="4804_KwangMD_PukluK" panose="02000000000000000000" pitchFamily="2" charset="0"/>
                </a:rPr>
                <a:t>นายวุฒิกร ปั้นนาค โรงเรียนพระบางวิทยา</a:t>
              </a:r>
            </a:p>
            <a:p>
              <a:pPr algn="ctr"/>
              <a:r>
                <a:rPr lang="th-TH" sz="4800" b="1" dirty="0" smtClean="0">
                  <a:latin typeface="4804_KwangMD_PukluK" panose="02000000000000000000" pitchFamily="2" charset="0"/>
                  <a:cs typeface="4804_KwangMD_PukluK" panose="02000000000000000000" pitchFamily="2" charset="0"/>
                </a:rPr>
                <a:t>นางสาว</a:t>
              </a:r>
              <a:r>
                <a:rPr lang="th-TH" sz="4800" b="1" dirty="0" err="1" smtClean="0">
                  <a:latin typeface="4804_KwangMD_PukluK" panose="02000000000000000000" pitchFamily="2" charset="0"/>
                  <a:cs typeface="4804_KwangMD_PukluK" panose="02000000000000000000" pitchFamily="2" charset="0"/>
                </a:rPr>
                <a:t>ทิ</a:t>
              </a:r>
              <a:r>
                <a:rPr lang="th-TH" sz="4800" b="1" dirty="0" smtClean="0">
                  <a:latin typeface="4804_KwangMD_PukluK" panose="02000000000000000000" pitchFamily="2" charset="0"/>
                  <a:cs typeface="4804_KwangMD_PukluK" panose="02000000000000000000" pitchFamily="2" charset="0"/>
                </a:rPr>
                <a:t>ชาพร ประทุมมา โรงเรียนพระบางวิทยา</a:t>
              </a:r>
            </a:p>
          </p:txBody>
        </p:sp>
        <p:sp>
          <p:nvSpPr>
            <p:cNvPr id="7" name="กล่องข้อความ 6"/>
            <p:cNvSpPr txBox="1"/>
            <p:nvPr/>
          </p:nvSpPr>
          <p:spPr>
            <a:xfrm>
              <a:off x="1041400" y="3143239"/>
              <a:ext cx="97536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6000" b="1" dirty="0" smtClean="0">
                  <a:latin typeface="4804_KwangMD_PukluK" panose="02000000000000000000" pitchFamily="2" charset="0"/>
                  <a:cs typeface="4804_KwangMD_PukluK" panose="02000000000000000000" pitchFamily="2" charset="0"/>
                </a:rPr>
                <a:t>ที่ปรึกษา</a:t>
              </a:r>
            </a:p>
          </p:txBody>
        </p:sp>
        <p:sp>
          <p:nvSpPr>
            <p:cNvPr id="8" name="กล่องข้อความ 7"/>
            <p:cNvSpPr txBox="1"/>
            <p:nvPr/>
          </p:nvSpPr>
          <p:spPr>
            <a:xfrm>
              <a:off x="1368879" y="4087245"/>
              <a:ext cx="9098642" cy="1513679"/>
            </a:xfrm>
            <a:prstGeom prst="rect">
              <a:avLst/>
            </a:prstGeom>
            <a:noFill/>
          </p:spPr>
          <p:txBody>
            <a:bodyPr wrap="square" lIns="0" tIns="0" rIns="0" bIns="36000" rtlCol="0">
              <a:spAutoFit/>
            </a:bodyPr>
            <a:lstStyle/>
            <a:p>
              <a:pPr algn="ctr"/>
              <a:r>
                <a:rPr lang="th-TH" sz="4800" b="1" dirty="0" smtClean="0">
                  <a:latin typeface="4804_KwangMD_PukluK" panose="02000000000000000000" pitchFamily="2" charset="0"/>
                  <a:cs typeface="4804_KwangMD_PukluK" panose="02000000000000000000" pitchFamily="2" charset="0"/>
                </a:rPr>
                <a:t>ครูลัดดา </a:t>
              </a:r>
              <a:r>
                <a:rPr lang="th-TH" sz="4800" b="1" dirty="0" err="1" smtClean="0">
                  <a:latin typeface="4804_KwangMD_PukluK" panose="02000000000000000000" pitchFamily="2" charset="0"/>
                  <a:cs typeface="4804_KwangMD_PukluK" panose="02000000000000000000" pitchFamily="2" charset="0"/>
                </a:rPr>
                <a:t>เพ็ชสังฆาต</a:t>
              </a:r>
              <a:r>
                <a:rPr lang="th-TH" sz="4800" b="1" dirty="0" smtClean="0">
                  <a:latin typeface="4804_KwangMD_PukluK" panose="02000000000000000000" pitchFamily="2" charset="0"/>
                  <a:cs typeface="4804_KwangMD_PukluK" panose="02000000000000000000" pitchFamily="2" charset="0"/>
                </a:rPr>
                <a:t> </a:t>
              </a:r>
            </a:p>
            <a:p>
              <a:pPr algn="ctr"/>
              <a:r>
                <a:rPr lang="th-TH" sz="4800" b="1" dirty="0" smtClean="0">
                  <a:latin typeface="4804_KwangMD_PukluK" panose="02000000000000000000" pitchFamily="2" charset="0"/>
                  <a:cs typeface="4804_KwangMD_PukluK" panose="02000000000000000000" pitchFamily="2" charset="0"/>
                </a:rPr>
                <a:t>ครูหทัยชนก ตระกูลจำลอง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2689294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190</Words>
  <Application>Microsoft Office PowerPoint</Application>
  <PresentationFormat>แบบจอกว้าง</PresentationFormat>
  <Paragraphs>34</Paragraphs>
  <Slides>19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9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19</vt:i4>
      </vt:variant>
    </vt:vector>
  </HeadingPairs>
  <TitlesOfParts>
    <vt:vector size="29" baseType="lpstr">
      <vt:lpstr>4804_KwangMD_PukluK</vt:lpstr>
      <vt:lpstr>Algerian</vt:lpstr>
      <vt:lpstr>Angsana New</vt:lpstr>
      <vt:lpstr>Arial</vt:lpstr>
      <vt:lpstr>Arial Black</vt:lpstr>
      <vt:lpstr>Calibri</vt:lpstr>
      <vt:lpstr>Calibri Light</vt:lpstr>
      <vt:lpstr>Cordia New</vt:lpstr>
      <vt:lpstr>Mali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HP</dc:creator>
  <cp:lastModifiedBy>HP</cp:lastModifiedBy>
  <cp:revision>29</cp:revision>
  <dcterms:created xsi:type="dcterms:W3CDTF">2025-12-03T01:58:57Z</dcterms:created>
  <dcterms:modified xsi:type="dcterms:W3CDTF">2025-12-04T08:24:30Z</dcterms:modified>
</cp:coreProperties>
</file>