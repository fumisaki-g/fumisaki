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CDCDC"/>
    <a:srgbClr val="F8E708"/>
    <a:srgbClr val="FD33B5"/>
    <a:srgbClr val="33CC33"/>
    <a:srgbClr val="000000"/>
    <a:srgbClr val="00FF00"/>
    <a:srgbClr val="5FBBD1"/>
    <a:srgbClr val="FFFF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40" autoAdjust="0"/>
    <p:restoredTop sz="94660"/>
  </p:normalViewPr>
  <p:slideViewPr>
    <p:cSldViewPr snapToGrid="0">
      <p:cViewPr varScale="1">
        <p:scale>
          <a:sx n="91" d="100"/>
          <a:sy n="91" d="100"/>
        </p:scale>
        <p:origin x="9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440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942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062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170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568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1116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1890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91541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888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1765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5112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34AEA-F477-45D9-BEC8-45FA685DD2D2}" type="datetimeFigureOut">
              <a:rPr lang="th-TH" smtClean="0"/>
              <a:t>05/12/68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CA8B-5445-42BE-8E82-B305F286D3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370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70000">
                <a:srgbClr val="C00000">
                  <a:shade val="67500"/>
                  <a:satMod val="115000"/>
                </a:srgbClr>
              </a:gs>
              <a:gs pos="100000">
                <a:srgbClr val="FF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6" name="กลุ่ม 5"/>
          <p:cNvGrpSpPr/>
          <p:nvPr/>
        </p:nvGrpSpPr>
        <p:grpSpPr>
          <a:xfrm>
            <a:off x="379960" y="-67371"/>
            <a:ext cx="2254237" cy="2645402"/>
            <a:chOff x="5689791" y="1738707"/>
            <a:chExt cx="2916047" cy="4386520"/>
          </a:xfrm>
        </p:grpSpPr>
        <p:sp>
          <p:nvSpPr>
            <p:cNvPr id="7" name="สี่เหลี่ยมผืนผ้า 6"/>
            <p:cNvSpPr/>
            <p:nvPr/>
          </p:nvSpPr>
          <p:spPr>
            <a:xfrm>
              <a:off x="7064732" y="1738707"/>
              <a:ext cx="62630" cy="1290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8" name="กลุ่ม 7"/>
            <p:cNvGrpSpPr/>
            <p:nvPr/>
          </p:nvGrpSpPr>
          <p:grpSpPr>
            <a:xfrm>
              <a:off x="5689791" y="2542784"/>
              <a:ext cx="2916047" cy="3582443"/>
              <a:chOff x="4887336" y="542596"/>
              <a:chExt cx="4770118" cy="5111377"/>
            </a:xfrm>
          </p:grpSpPr>
          <p:grpSp>
            <p:nvGrpSpPr>
              <p:cNvPr id="9" name="กลุ่ม 8"/>
              <p:cNvGrpSpPr/>
              <p:nvPr/>
            </p:nvGrpSpPr>
            <p:grpSpPr>
              <a:xfrm>
                <a:off x="6809968" y="4601471"/>
                <a:ext cx="776542" cy="1052502"/>
                <a:chOff x="5239671" y="5022475"/>
                <a:chExt cx="776542" cy="1052502"/>
              </a:xfrm>
              <a:solidFill>
                <a:srgbClr val="FFFF00"/>
              </a:solidFill>
            </p:grpSpPr>
            <p:sp>
              <p:nvSpPr>
                <p:cNvPr id="13" name="สี่เหลี่ยมผืนผ้า 12"/>
                <p:cNvSpPr/>
                <p:nvPr/>
              </p:nvSpPr>
              <p:spPr>
                <a:xfrm>
                  <a:off x="5970494" y="5091952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4" name="สี่เหลี่ยมผืนผ้า 13"/>
                <p:cNvSpPr/>
                <p:nvPr/>
              </p:nvSpPr>
              <p:spPr>
                <a:xfrm>
                  <a:off x="5767818" y="5181866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5" name="สี่เหลี่ยมผืนผ้า 14"/>
                <p:cNvSpPr/>
                <p:nvPr/>
              </p:nvSpPr>
              <p:spPr>
                <a:xfrm>
                  <a:off x="5656379" y="5216605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6" name="สี่เหลี่ยมผืนผ้า 15"/>
                <p:cNvSpPr/>
                <p:nvPr/>
              </p:nvSpPr>
              <p:spPr>
                <a:xfrm>
                  <a:off x="5520472" y="5091952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7" name="สี่เหลี่ยมผืนผ้า 16"/>
                <p:cNvSpPr/>
                <p:nvPr/>
              </p:nvSpPr>
              <p:spPr>
                <a:xfrm>
                  <a:off x="5370653" y="5022475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8" name="สี่เหลี่ยมผืนผ้า 17"/>
                <p:cNvSpPr/>
                <p:nvPr/>
              </p:nvSpPr>
              <p:spPr>
                <a:xfrm>
                  <a:off x="5239671" y="5091952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9" name="สี่เหลี่ยมผืนผ้า 18"/>
                <p:cNvSpPr/>
                <p:nvPr/>
              </p:nvSpPr>
              <p:spPr>
                <a:xfrm>
                  <a:off x="5884369" y="5181866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10" name="สี่เหลี่ยมผืนผ้า 9"/>
              <p:cNvSpPr/>
              <p:nvPr/>
            </p:nvSpPr>
            <p:spPr>
              <a:xfrm>
                <a:off x="6592268" y="4127623"/>
                <a:ext cx="1211943" cy="8128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สี่เหลี่ยมผืนผ้า 10"/>
              <p:cNvSpPr/>
              <p:nvPr/>
            </p:nvSpPr>
            <p:spPr>
              <a:xfrm>
                <a:off x="6592268" y="542596"/>
                <a:ext cx="1211943" cy="8128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2" name="วงรี 11"/>
              <p:cNvSpPr/>
              <p:nvPr/>
            </p:nvSpPr>
            <p:spPr>
              <a:xfrm>
                <a:off x="4887336" y="922197"/>
                <a:ext cx="4770118" cy="36524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01600" prst="ribl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grpSp>
        <p:nvGrpSpPr>
          <p:cNvPr id="20" name="กลุ่ม 19"/>
          <p:cNvGrpSpPr/>
          <p:nvPr/>
        </p:nvGrpSpPr>
        <p:grpSpPr>
          <a:xfrm>
            <a:off x="9450890" y="-67371"/>
            <a:ext cx="2254237" cy="2645402"/>
            <a:chOff x="5689791" y="1738707"/>
            <a:chExt cx="2916047" cy="4386520"/>
          </a:xfrm>
        </p:grpSpPr>
        <p:sp>
          <p:nvSpPr>
            <p:cNvPr id="21" name="สี่เหลี่ยมผืนผ้า 20"/>
            <p:cNvSpPr/>
            <p:nvPr/>
          </p:nvSpPr>
          <p:spPr>
            <a:xfrm>
              <a:off x="7064732" y="1738707"/>
              <a:ext cx="62630" cy="1290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22" name="กลุ่ม 21"/>
            <p:cNvGrpSpPr/>
            <p:nvPr/>
          </p:nvGrpSpPr>
          <p:grpSpPr>
            <a:xfrm>
              <a:off x="5689791" y="2542784"/>
              <a:ext cx="2916047" cy="3582443"/>
              <a:chOff x="4887336" y="542596"/>
              <a:chExt cx="4770118" cy="5111377"/>
            </a:xfrm>
          </p:grpSpPr>
          <p:grpSp>
            <p:nvGrpSpPr>
              <p:cNvPr id="23" name="กลุ่ม 22"/>
              <p:cNvGrpSpPr/>
              <p:nvPr/>
            </p:nvGrpSpPr>
            <p:grpSpPr>
              <a:xfrm>
                <a:off x="6809968" y="4601471"/>
                <a:ext cx="776542" cy="1052502"/>
                <a:chOff x="5239671" y="5022475"/>
                <a:chExt cx="776542" cy="1052502"/>
              </a:xfrm>
              <a:solidFill>
                <a:srgbClr val="FFFF00"/>
              </a:solidFill>
            </p:grpSpPr>
            <p:sp>
              <p:nvSpPr>
                <p:cNvPr id="27" name="สี่เหลี่ยมผืนผ้า 26"/>
                <p:cNvSpPr/>
                <p:nvPr/>
              </p:nvSpPr>
              <p:spPr>
                <a:xfrm>
                  <a:off x="5970494" y="5091952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8" name="สี่เหลี่ยมผืนผ้า 27"/>
                <p:cNvSpPr/>
                <p:nvPr/>
              </p:nvSpPr>
              <p:spPr>
                <a:xfrm>
                  <a:off x="5767818" y="5181866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9" name="สี่เหลี่ยมผืนผ้า 28"/>
                <p:cNvSpPr/>
                <p:nvPr/>
              </p:nvSpPr>
              <p:spPr>
                <a:xfrm>
                  <a:off x="5656379" y="5216605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30" name="สี่เหลี่ยมผืนผ้า 29"/>
                <p:cNvSpPr/>
                <p:nvPr/>
              </p:nvSpPr>
              <p:spPr>
                <a:xfrm>
                  <a:off x="5520472" y="5091952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31" name="สี่เหลี่ยมผืนผ้า 30"/>
                <p:cNvSpPr/>
                <p:nvPr/>
              </p:nvSpPr>
              <p:spPr>
                <a:xfrm>
                  <a:off x="5370653" y="5022475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32" name="สี่เหลี่ยมผืนผ้า 31"/>
                <p:cNvSpPr/>
                <p:nvPr/>
              </p:nvSpPr>
              <p:spPr>
                <a:xfrm>
                  <a:off x="5239671" y="5091952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33" name="สี่เหลี่ยมผืนผ้า 32"/>
                <p:cNvSpPr/>
                <p:nvPr/>
              </p:nvSpPr>
              <p:spPr>
                <a:xfrm>
                  <a:off x="5884369" y="5181866"/>
                  <a:ext cx="45719" cy="8583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24" name="สี่เหลี่ยมผืนผ้า 23"/>
              <p:cNvSpPr/>
              <p:nvPr/>
            </p:nvSpPr>
            <p:spPr>
              <a:xfrm>
                <a:off x="6592268" y="4127623"/>
                <a:ext cx="1211943" cy="8128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5" name="สี่เหลี่ยมผืนผ้า 24"/>
              <p:cNvSpPr/>
              <p:nvPr/>
            </p:nvSpPr>
            <p:spPr>
              <a:xfrm>
                <a:off x="6592268" y="542596"/>
                <a:ext cx="1211943" cy="8128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6" name="วงรี 25"/>
              <p:cNvSpPr/>
              <p:nvPr/>
            </p:nvSpPr>
            <p:spPr>
              <a:xfrm>
                <a:off x="4887336" y="922197"/>
                <a:ext cx="4770118" cy="36524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01600" prst="ribl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grpSp>
        <p:nvGrpSpPr>
          <p:cNvPr id="34" name="กลุ่ม 33"/>
          <p:cNvGrpSpPr/>
          <p:nvPr/>
        </p:nvGrpSpPr>
        <p:grpSpPr>
          <a:xfrm rot="1773172">
            <a:off x="381470" y="4952563"/>
            <a:ext cx="927906" cy="1560737"/>
            <a:chOff x="6413326" y="1941534"/>
            <a:chExt cx="1365337" cy="1929007"/>
          </a:xfrm>
        </p:grpSpPr>
        <p:sp>
          <p:nvSpPr>
            <p:cNvPr id="35" name="สี่เหลี่ยมผืนผ้า 34"/>
            <p:cNvSpPr/>
            <p:nvPr/>
          </p:nvSpPr>
          <p:spPr>
            <a:xfrm>
              <a:off x="7002049" y="2592887"/>
              <a:ext cx="187889" cy="127765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6" name="กระจาย 1 35"/>
            <p:cNvSpPr/>
            <p:nvPr/>
          </p:nvSpPr>
          <p:spPr>
            <a:xfrm rot="11605865">
              <a:off x="6413326" y="1941534"/>
              <a:ext cx="1365337" cy="1302707"/>
            </a:xfrm>
            <a:prstGeom prst="irregularSeal1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37" name="กลุ่ม 36"/>
          <p:cNvGrpSpPr/>
          <p:nvPr/>
        </p:nvGrpSpPr>
        <p:grpSpPr>
          <a:xfrm rot="19475470">
            <a:off x="10922740" y="5159067"/>
            <a:ext cx="927906" cy="1560737"/>
            <a:chOff x="6413326" y="1941534"/>
            <a:chExt cx="1365337" cy="1929007"/>
          </a:xfrm>
        </p:grpSpPr>
        <p:sp>
          <p:nvSpPr>
            <p:cNvPr id="38" name="สี่เหลี่ยมผืนผ้า 37"/>
            <p:cNvSpPr/>
            <p:nvPr/>
          </p:nvSpPr>
          <p:spPr>
            <a:xfrm>
              <a:off x="7002049" y="2592887"/>
              <a:ext cx="187889" cy="127765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9" name="กระจาย 1 38"/>
            <p:cNvSpPr/>
            <p:nvPr/>
          </p:nvSpPr>
          <p:spPr>
            <a:xfrm rot="11605865">
              <a:off x="6413326" y="1941534"/>
              <a:ext cx="1365337" cy="1302707"/>
            </a:xfrm>
            <a:prstGeom prst="irregularSeal1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23987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0" y="-1645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89000">
                <a:srgbClr val="C00000">
                  <a:shade val="67500"/>
                  <a:satMod val="115000"/>
                </a:srgbClr>
              </a:gs>
              <a:gs pos="100000">
                <a:srgbClr val="FF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8" name="สี่เหลี่ยมผืนผ้า 17"/>
          <p:cNvSpPr/>
          <p:nvPr/>
        </p:nvSpPr>
        <p:spPr>
          <a:xfrm>
            <a:off x="0" y="6380930"/>
            <a:ext cx="12192000" cy="4754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เมฆ 18"/>
          <p:cNvSpPr/>
          <p:nvPr/>
        </p:nvSpPr>
        <p:spPr>
          <a:xfrm>
            <a:off x="240631" y="208862"/>
            <a:ext cx="3272589" cy="1287379"/>
          </a:xfrm>
          <a:prstGeom prst="cloud">
            <a:avLst/>
          </a:prstGeom>
          <a:solidFill>
            <a:srgbClr val="D9D9D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เมฆ 19"/>
          <p:cNvSpPr/>
          <p:nvPr/>
        </p:nvSpPr>
        <p:spPr>
          <a:xfrm>
            <a:off x="6577263" y="123767"/>
            <a:ext cx="3272589" cy="1287379"/>
          </a:xfrm>
          <a:prstGeom prst="cloud">
            <a:avLst/>
          </a:prstGeom>
          <a:solidFill>
            <a:srgbClr val="D9D9D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รูปแบบอิสระ 25"/>
          <p:cNvSpPr/>
          <p:nvPr/>
        </p:nvSpPr>
        <p:spPr>
          <a:xfrm>
            <a:off x="10502315" y="208862"/>
            <a:ext cx="1689685" cy="1251417"/>
          </a:xfrm>
          <a:custGeom>
            <a:avLst/>
            <a:gdLst>
              <a:gd name="connsiteX0" fmla="*/ 1404483 w 1689685"/>
              <a:gd name="connsiteY0" fmla="*/ 184 h 1251417"/>
              <a:gd name="connsiteX1" fmla="*/ 1636542 w 1689685"/>
              <a:gd name="connsiteY1" fmla="*/ 33470 h 1251417"/>
              <a:gd name="connsiteX2" fmla="*/ 1689685 w 1689685"/>
              <a:gd name="connsiteY2" fmla="*/ 56175 h 1251417"/>
              <a:gd name="connsiteX3" fmla="*/ 1689685 w 1689685"/>
              <a:gd name="connsiteY3" fmla="*/ 1249212 h 1251417"/>
              <a:gd name="connsiteX4" fmla="*/ 1639493 w 1689685"/>
              <a:gd name="connsiteY4" fmla="*/ 1251417 h 1251417"/>
              <a:gd name="connsiteX5" fmla="*/ 1251203 w 1689685"/>
              <a:gd name="connsiteY5" fmla="*/ 1130122 h 1251417"/>
              <a:gd name="connsiteX6" fmla="*/ 442450 w 1689685"/>
              <a:gd name="connsiteY6" fmla="*/ 1017059 h 1251417"/>
              <a:gd name="connsiteX7" fmla="*/ 86859 w 1689685"/>
              <a:gd name="connsiteY7" fmla="*/ 891242 h 1251417"/>
              <a:gd name="connsiteX8" fmla="*/ 162840 w 1689685"/>
              <a:gd name="connsiteY8" fmla="*/ 721409 h 1251417"/>
              <a:gd name="connsiteX9" fmla="*/ 2392 w 1689685"/>
              <a:gd name="connsiteY9" fmla="*/ 547166 h 1251417"/>
              <a:gd name="connsiteX10" fmla="*/ 295410 w 1689685"/>
              <a:gd name="connsiteY10" fmla="*/ 392293 h 1251417"/>
              <a:gd name="connsiteX11" fmla="*/ 298213 w 1689685"/>
              <a:gd name="connsiteY11" fmla="*/ 388210 h 1251417"/>
              <a:gd name="connsiteX12" fmla="*/ 428738 w 1689685"/>
              <a:gd name="connsiteY12" fmla="*/ 165810 h 1251417"/>
              <a:gd name="connsiteX13" fmla="*/ 1063711 w 1689685"/>
              <a:gd name="connsiteY13" fmla="*/ 115000 h 1251417"/>
              <a:gd name="connsiteX14" fmla="*/ 1063833 w 1689685"/>
              <a:gd name="connsiteY14" fmla="*/ 114906 h 1251417"/>
              <a:gd name="connsiteX15" fmla="*/ 1119709 w 1689685"/>
              <a:gd name="connsiteY15" fmla="*/ 71835 h 1251417"/>
              <a:gd name="connsiteX16" fmla="*/ 1404483 w 1689685"/>
              <a:gd name="connsiteY16" fmla="*/ 184 h 1251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89685" h="1251417">
                <a:moveTo>
                  <a:pt x="1404483" y="184"/>
                </a:moveTo>
                <a:cubicBezTo>
                  <a:pt x="1484260" y="-1569"/>
                  <a:pt x="1565410" y="9213"/>
                  <a:pt x="1636542" y="33470"/>
                </a:cubicBezTo>
                <a:lnTo>
                  <a:pt x="1689685" y="56175"/>
                </a:lnTo>
                <a:lnTo>
                  <a:pt x="1689685" y="1249212"/>
                </a:lnTo>
                <a:lnTo>
                  <a:pt x="1639493" y="1251417"/>
                </a:lnTo>
                <a:cubicBezTo>
                  <a:pt x="1484986" y="1245400"/>
                  <a:pt x="1340461" y="1201800"/>
                  <a:pt x="1251203" y="1130122"/>
                </a:cubicBezTo>
                <a:cubicBezTo>
                  <a:pt x="970306" y="1220835"/>
                  <a:pt x="605473" y="1169846"/>
                  <a:pt x="442450" y="1017059"/>
                </a:cubicBezTo>
                <a:cubicBezTo>
                  <a:pt x="282305" y="1027102"/>
                  <a:pt x="131932" y="973908"/>
                  <a:pt x="86859" y="891242"/>
                </a:cubicBezTo>
                <a:cubicBezTo>
                  <a:pt x="54209" y="831432"/>
                  <a:pt x="83071" y="766885"/>
                  <a:pt x="162840" y="721409"/>
                </a:cubicBezTo>
                <a:cubicBezTo>
                  <a:pt x="49663" y="685738"/>
                  <a:pt x="-13365" y="617286"/>
                  <a:pt x="2392" y="547166"/>
                </a:cubicBezTo>
                <a:cubicBezTo>
                  <a:pt x="20877" y="465066"/>
                  <a:pt x="142538" y="400756"/>
                  <a:pt x="295410" y="392293"/>
                </a:cubicBezTo>
                <a:cubicBezTo>
                  <a:pt x="296319" y="390922"/>
                  <a:pt x="297304" y="389581"/>
                  <a:pt x="298213" y="388210"/>
                </a:cubicBezTo>
                <a:cubicBezTo>
                  <a:pt x="277684" y="307362"/>
                  <a:pt x="325561" y="225828"/>
                  <a:pt x="428738" y="165810"/>
                </a:cubicBezTo>
                <a:cubicBezTo>
                  <a:pt x="591762" y="71015"/>
                  <a:pt x="856069" y="49886"/>
                  <a:pt x="1063711" y="115000"/>
                </a:cubicBezTo>
                <a:lnTo>
                  <a:pt x="1063833" y="114906"/>
                </a:lnTo>
                <a:lnTo>
                  <a:pt x="1119709" y="71835"/>
                </a:lnTo>
                <a:cubicBezTo>
                  <a:pt x="1194188" y="27147"/>
                  <a:pt x="1298115" y="2522"/>
                  <a:pt x="1404483" y="184"/>
                </a:cubicBezTo>
                <a:close/>
              </a:path>
            </a:pathLst>
          </a:custGeom>
          <a:solidFill>
            <a:srgbClr val="D9D9D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รูปแบบอิสระ 23"/>
          <p:cNvSpPr/>
          <p:nvPr/>
        </p:nvSpPr>
        <p:spPr>
          <a:xfrm>
            <a:off x="0" y="1755883"/>
            <a:ext cx="1585675" cy="1284966"/>
          </a:xfrm>
          <a:custGeom>
            <a:avLst/>
            <a:gdLst>
              <a:gd name="connsiteX0" fmla="*/ 883424 w 1585675"/>
              <a:gd name="connsiteY0" fmla="*/ 965 h 1284966"/>
              <a:gd name="connsiteX1" fmla="*/ 998046 w 1585675"/>
              <a:gd name="connsiteY1" fmla="*/ 16361 h 1284966"/>
              <a:gd name="connsiteX2" fmla="*/ 1214324 w 1585675"/>
              <a:gd name="connsiteY2" fmla="*/ 161966 h 1284966"/>
              <a:gd name="connsiteX3" fmla="*/ 1215502 w 1585675"/>
              <a:gd name="connsiteY3" fmla="*/ 162226 h 1284966"/>
              <a:gd name="connsiteX4" fmla="*/ 1306953 w 1585675"/>
              <a:gd name="connsiteY4" fmla="*/ 182396 h 1284966"/>
              <a:gd name="connsiteX5" fmla="*/ 1491888 w 1585675"/>
              <a:gd name="connsiteY5" fmla="*/ 303280 h 1284966"/>
              <a:gd name="connsiteX6" fmla="*/ 1479465 w 1585675"/>
              <a:gd name="connsiteY6" fmla="*/ 456514 h 1284966"/>
              <a:gd name="connsiteX7" fmla="*/ 1570218 w 1585675"/>
              <a:gd name="connsiteY7" fmla="*/ 690805 h 1284966"/>
              <a:gd name="connsiteX8" fmla="*/ 1145085 w 1585675"/>
              <a:gd name="connsiteY8" fmla="*/ 895892 h 1284966"/>
              <a:gd name="connsiteX9" fmla="*/ 992894 w 1585675"/>
              <a:gd name="connsiteY9" fmla="*/ 1071625 h 1284966"/>
              <a:gd name="connsiteX10" fmla="*/ 474734 w 1585675"/>
              <a:gd name="connsiteY10" fmla="*/ 1092902 h 1284966"/>
              <a:gd name="connsiteX11" fmla="*/ 104447 w 1585675"/>
              <a:gd name="connsiteY11" fmla="*/ 1280377 h 1284966"/>
              <a:gd name="connsiteX12" fmla="*/ 0 w 1585675"/>
              <a:gd name="connsiteY12" fmla="*/ 1284966 h 1284966"/>
              <a:gd name="connsiteX13" fmla="*/ 0 w 1585675"/>
              <a:gd name="connsiteY13" fmla="*/ 92645 h 1284966"/>
              <a:gd name="connsiteX14" fmla="*/ 12708 w 1585675"/>
              <a:gd name="connsiteY14" fmla="*/ 98074 h 1284966"/>
              <a:gd name="connsiteX15" fmla="*/ 15564 w 1585675"/>
              <a:gd name="connsiteY15" fmla="*/ 95762 h 1284966"/>
              <a:gd name="connsiteX16" fmla="*/ 57034 w 1585675"/>
              <a:gd name="connsiteY16" fmla="*/ 62185 h 1284966"/>
              <a:gd name="connsiteX17" fmla="*/ 262168 w 1585675"/>
              <a:gd name="connsiteY17" fmla="*/ 1759 h 1284966"/>
              <a:gd name="connsiteX18" fmla="*/ 509252 w 1585675"/>
              <a:gd name="connsiteY18" fmla="*/ 36337 h 1284966"/>
              <a:gd name="connsiteX19" fmla="*/ 567922 w 1585675"/>
              <a:gd name="connsiteY19" fmla="*/ 67790 h 1284966"/>
              <a:gd name="connsiteX20" fmla="*/ 571548 w 1585675"/>
              <a:gd name="connsiteY20" fmla="*/ 69734 h 1284966"/>
              <a:gd name="connsiteX21" fmla="*/ 883424 w 1585675"/>
              <a:gd name="connsiteY21" fmla="*/ 965 h 1284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85675" h="1284966">
                <a:moveTo>
                  <a:pt x="883424" y="965"/>
                </a:moveTo>
                <a:cubicBezTo>
                  <a:pt x="922196" y="2722"/>
                  <a:pt x="960888" y="7794"/>
                  <a:pt x="998046" y="16361"/>
                </a:cubicBezTo>
                <a:cubicBezTo>
                  <a:pt x="1111298" y="42467"/>
                  <a:pt x="1192507" y="97121"/>
                  <a:pt x="1214324" y="161966"/>
                </a:cubicBezTo>
                <a:lnTo>
                  <a:pt x="1215502" y="162226"/>
                </a:lnTo>
                <a:lnTo>
                  <a:pt x="1306953" y="182396"/>
                </a:lnTo>
                <a:cubicBezTo>
                  <a:pt x="1393483" y="208626"/>
                  <a:pt x="1460072" y="251427"/>
                  <a:pt x="1491888" y="303280"/>
                </a:cubicBezTo>
                <a:cubicBezTo>
                  <a:pt x="1522720" y="353464"/>
                  <a:pt x="1518327" y="407969"/>
                  <a:pt x="1479465" y="456514"/>
                </a:cubicBezTo>
                <a:cubicBezTo>
                  <a:pt x="1574991" y="523088"/>
                  <a:pt x="1608399" y="609390"/>
                  <a:pt x="1570218" y="690805"/>
                </a:cubicBezTo>
                <a:cubicBezTo>
                  <a:pt x="1519463" y="799040"/>
                  <a:pt x="1351440" y="880097"/>
                  <a:pt x="1145085" y="895892"/>
                </a:cubicBezTo>
                <a:cubicBezTo>
                  <a:pt x="1144100" y="963449"/>
                  <a:pt x="1088572" y="1027520"/>
                  <a:pt x="992894" y="1071625"/>
                </a:cubicBezTo>
                <a:cubicBezTo>
                  <a:pt x="847522" y="1138646"/>
                  <a:pt x="637530" y="1147258"/>
                  <a:pt x="474734" y="1092902"/>
                </a:cubicBezTo>
                <a:cubicBezTo>
                  <a:pt x="422085" y="1186267"/>
                  <a:pt x="281106" y="1257639"/>
                  <a:pt x="104447" y="1280377"/>
                </a:cubicBezTo>
                <a:lnTo>
                  <a:pt x="0" y="1284966"/>
                </a:lnTo>
                <a:lnTo>
                  <a:pt x="0" y="92645"/>
                </a:lnTo>
                <a:lnTo>
                  <a:pt x="12708" y="98074"/>
                </a:lnTo>
                <a:lnTo>
                  <a:pt x="15564" y="95762"/>
                </a:lnTo>
                <a:lnTo>
                  <a:pt x="57034" y="62185"/>
                </a:lnTo>
                <a:cubicBezTo>
                  <a:pt x="108793" y="29680"/>
                  <a:pt x="181432" y="7883"/>
                  <a:pt x="262168" y="1759"/>
                </a:cubicBezTo>
                <a:cubicBezTo>
                  <a:pt x="351027" y="-4991"/>
                  <a:pt x="439802" y="7939"/>
                  <a:pt x="509252" y="36337"/>
                </a:cubicBezTo>
                <a:lnTo>
                  <a:pt x="567922" y="67790"/>
                </a:lnTo>
                <a:lnTo>
                  <a:pt x="571548" y="69734"/>
                </a:lnTo>
                <a:cubicBezTo>
                  <a:pt x="650068" y="20250"/>
                  <a:pt x="767108" y="-4307"/>
                  <a:pt x="883424" y="965"/>
                </a:cubicBezTo>
                <a:close/>
              </a:path>
            </a:pathLst>
          </a:custGeom>
          <a:solidFill>
            <a:srgbClr val="D9D9D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7" name="เมฆ 26"/>
          <p:cNvSpPr/>
          <p:nvPr/>
        </p:nvSpPr>
        <p:spPr>
          <a:xfrm>
            <a:off x="2529388" y="1411146"/>
            <a:ext cx="3272589" cy="1287379"/>
          </a:xfrm>
          <a:prstGeom prst="cloud">
            <a:avLst/>
          </a:prstGeom>
          <a:solidFill>
            <a:srgbClr val="D9D9D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เมฆ 27"/>
          <p:cNvSpPr/>
          <p:nvPr/>
        </p:nvSpPr>
        <p:spPr>
          <a:xfrm>
            <a:off x="8610600" y="1753470"/>
            <a:ext cx="3272589" cy="1287379"/>
          </a:xfrm>
          <a:prstGeom prst="cloud">
            <a:avLst/>
          </a:prstGeom>
          <a:solidFill>
            <a:srgbClr val="D9D9D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787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มุมมน 1"/>
          <p:cNvSpPr/>
          <p:nvPr/>
        </p:nvSpPr>
        <p:spPr>
          <a:xfrm>
            <a:off x="333826" y="428171"/>
            <a:ext cx="3788229" cy="1291773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เริ่มเกม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333826" y="2119084"/>
            <a:ext cx="3788229" cy="1291773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วิธีเล่น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33825" y="3809997"/>
            <a:ext cx="3788229" cy="1291773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ออกเกม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11" name="สี่เหลี่ยมผืนผ้ามุมมน 10"/>
          <p:cNvSpPr/>
          <p:nvPr/>
        </p:nvSpPr>
        <p:spPr>
          <a:xfrm>
            <a:off x="5116283" y="312056"/>
            <a:ext cx="5450118" cy="1407888"/>
          </a:xfrm>
          <a:prstGeom prst="roundRect">
            <a:avLst/>
          </a:prstGeom>
          <a:solidFill>
            <a:srgbClr val="FFFF00">
              <a:alpha val="85882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MINI GAME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12" name="สี่เหลี่ยมผืนผ้ามุมมน 11"/>
          <p:cNvSpPr/>
          <p:nvPr/>
        </p:nvSpPr>
        <p:spPr>
          <a:xfrm>
            <a:off x="5410197" y="2300511"/>
            <a:ext cx="5286831" cy="1291773"/>
          </a:xfrm>
          <a:prstGeom prst="round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NEXTGAME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13" name="สี่เหลี่ยมผืนผ้ามุมมน 12"/>
          <p:cNvSpPr/>
          <p:nvPr/>
        </p:nvSpPr>
        <p:spPr>
          <a:xfrm>
            <a:off x="5410196" y="3860796"/>
            <a:ext cx="5286831" cy="1291773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GAMEOVER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1564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กลุ่ม 5"/>
          <p:cNvGrpSpPr/>
          <p:nvPr/>
        </p:nvGrpSpPr>
        <p:grpSpPr>
          <a:xfrm>
            <a:off x="2888343" y="174172"/>
            <a:ext cx="2148114" cy="2061028"/>
            <a:chOff x="9231086" y="1204686"/>
            <a:chExt cx="2148114" cy="2061028"/>
          </a:xfrm>
        </p:grpSpPr>
        <p:sp>
          <p:nvSpPr>
            <p:cNvPr id="5" name="วงรี 4"/>
            <p:cNvSpPr/>
            <p:nvPr/>
          </p:nvSpPr>
          <p:spPr>
            <a:xfrm>
              <a:off x="9231086" y="1204686"/>
              <a:ext cx="2148114" cy="2061028"/>
            </a:xfrm>
            <a:prstGeom prst="ellipse">
              <a:avLst/>
            </a:prstGeom>
            <a:solidFill>
              <a:srgbClr val="BE0F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" name="ลูกศรซ้าย 2"/>
            <p:cNvSpPr/>
            <p:nvPr/>
          </p:nvSpPr>
          <p:spPr>
            <a:xfrm>
              <a:off x="9434286" y="1763485"/>
              <a:ext cx="1741714" cy="943429"/>
            </a:xfrm>
            <a:prstGeom prst="lef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7" name="กลุ่ม 6"/>
          <p:cNvGrpSpPr/>
          <p:nvPr/>
        </p:nvGrpSpPr>
        <p:grpSpPr>
          <a:xfrm rot="10800000">
            <a:off x="116114" y="174172"/>
            <a:ext cx="2148114" cy="2061028"/>
            <a:chOff x="9231086" y="1204686"/>
            <a:chExt cx="2148114" cy="2061028"/>
          </a:xfrm>
        </p:grpSpPr>
        <p:sp>
          <p:nvSpPr>
            <p:cNvPr id="8" name="วงรี 7"/>
            <p:cNvSpPr/>
            <p:nvPr/>
          </p:nvSpPr>
          <p:spPr>
            <a:xfrm>
              <a:off x="9231086" y="1204686"/>
              <a:ext cx="2148114" cy="2061028"/>
            </a:xfrm>
            <a:prstGeom prst="ellipse">
              <a:avLst/>
            </a:prstGeom>
            <a:solidFill>
              <a:srgbClr val="BE0F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ลูกศรซ้าย 8"/>
            <p:cNvSpPr/>
            <p:nvPr/>
          </p:nvSpPr>
          <p:spPr>
            <a:xfrm>
              <a:off x="9434286" y="1763485"/>
              <a:ext cx="1741714" cy="943429"/>
            </a:xfrm>
            <a:prstGeom prst="lef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6" name="กลุ่ม 15"/>
          <p:cNvGrpSpPr/>
          <p:nvPr/>
        </p:nvGrpSpPr>
        <p:grpSpPr>
          <a:xfrm>
            <a:off x="-23130" y="2510971"/>
            <a:ext cx="2815772" cy="2750458"/>
            <a:chOff x="7039428" y="1763485"/>
            <a:chExt cx="3715657" cy="3643086"/>
          </a:xfrm>
        </p:grpSpPr>
        <p:sp>
          <p:nvSpPr>
            <p:cNvPr id="15" name="วงรี 14"/>
            <p:cNvSpPr/>
            <p:nvPr/>
          </p:nvSpPr>
          <p:spPr>
            <a:xfrm>
              <a:off x="7039428" y="1763485"/>
              <a:ext cx="3715657" cy="3643086"/>
            </a:xfrm>
            <a:prstGeom prst="ellipse">
              <a:avLst/>
            </a:prstGeom>
            <a:solidFill>
              <a:srgbClr val="5FBB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14" name="กลุ่ม 13"/>
            <p:cNvGrpSpPr/>
            <p:nvPr/>
          </p:nvGrpSpPr>
          <p:grpSpPr>
            <a:xfrm>
              <a:off x="7779657" y="2293257"/>
              <a:ext cx="2235200" cy="2307771"/>
              <a:chOff x="7024914" y="1088572"/>
              <a:chExt cx="2235200" cy="2307771"/>
            </a:xfrm>
          </p:grpSpPr>
          <p:sp>
            <p:nvSpPr>
              <p:cNvPr id="12" name="สี่เหลี่ยมผืนผ้า 11"/>
              <p:cNvSpPr/>
              <p:nvPr/>
            </p:nvSpPr>
            <p:spPr>
              <a:xfrm>
                <a:off x="8650514" y="1487714"/>
                <a:ext cx="246743" cy="653143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สี่เหลี่ยมผืนผ้า 9"/>
              <p:cNvSpPr/>
              <p:nvPr/>
            </p:nvSpPr>
            <p:spPr>
              <a:xfrm>
                <a:off x="7387771" y="2235201"/>
                <a:ext cx="1509486" cy="116114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สามเหลี่ยมหน้าจั่ว 10"/>
              <p:cNvSpPr/>
              <p:nvPr/>
            </p:nvSpPr>
            <p:spPr>
              <a:xfrm>
                <a:off x="7024914" y="1088572"/>
                <a:ext cx="2235200" cy="1451429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3" name="สี่เหลี่ยมผืนผ้า 12"/>
              <p:cNvSpPr/>
              <p:nvPr/>
            </p:nvSpPr>
            <p:spPr>
              <a:xfrm>
                <a:off x="7961085" y="2997201"/>
                <a:ext cx="362858" cy="39914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19" name="วงรี 18"/>
          <p:cNvSpPr/>
          <p:nvPr/>
        </p:nvSpPr>
        <p:spPr>
          <a:xfrm>
            <a:off x="6485437" y="440053"/>
            <a:ext cx="2365829" cy="1795147"/>
          </a:xfrm>
          <a:prstGeom prst="ellipse">
            <a:avLst/>
          </a:prstGeom>
          <a:gradFill flip="none" rotWithShape="1">
            <a:gsLst>
              <a:gs pos="0">
                <a:srgbClr val="DCDCDC">
                  <a:shade val="30000"/>
                  <a:satMod val="115000"/>
                </a:srgbClr>
              </a:gs>
              <a:gs pos="50000">
                <a:srgbClr val="DCDCDC">
                  <a:shade val="67500"/>
                  <a:satMod val="115000"/>
                </a:srgbClr>
              </a:gs>
              <a:gs pos="100000">
                <a:srgbClr val="DCDCDC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36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เครดิต</a:t>
            </a:r>
            <a:endParaRPr lang="th-TH" sz="36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8065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กลุ่ม 26"/>
          <p:cNvGrpSpPr/>
          <p:nvPr/>
        </p:nvGrpSpPr>
        <p:grpSpPr>
          <a:xfrm rot="1186550">
            <a:off x="93566" y="158364"/>
            <a:ext cx="1219120" cy="1623534"/>
            <a:chOff x="6413326" y="1941534"/>
            <a:chExt cx="1365337" cy="1929007"/>
          </a:xfrm>
        </p:grpSpPr>
        <p:sp>
          <p:nvSpPr>
            <p:cNvPr id="25" name="สี่เหลี่ยมผืนผ้า 24"/>
            <p:cNvSpPr/>
            <p:nvPr/>
          </p:nvSpPr>
          <p:spPr>
            <a:xfrm>
              <a:off x="7002049" y="2592887"/>
              <a:ext cx="187889" cy="127765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6" name="กระจาย 1 25"/>
            <p:cNvSpPr/>
            <p:nvPr/>
          </p:nvSpPr>
          <p:spPr>
            <a:xfrm rot="11605865">
              <a:off x="6413326" y="1941534"/>
              <a:ext cx="1365337" cy="1302707"/>
            </a:xfrm>
            <a:prstGeom prst="irregularSeal1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66" name="กลุ่ม 65"/>
          <p:cNvGrpSpPr/>
          <p:nvPr/>
        </p:nvGrpSpPr>
        <p:grpSpPr>
          <a:xfrm>
            <a:off x="527581" y="3570411"/>
            <a:ext cx="3806372" cy="1752612"/>
            <a:chOff x="462267" y="3492034"/>
            <a:chExt cx="3806372" cy="1752612"/>
          </a:xfrm>
        </p:grpSpPr>
        <p:sp>
          <p:nvSpPr>
            <p:cNvPr id="57" name="สี่เหลี่ยมผืนผ้ามุมมน 56"/>
            <p:cNvSpPr/>
            <p:nvPr/>
          </p:nvSpPr>
          <p:spPr>
            <a:xfrm>
              <a:off x="462267" y="3492034"/>
              <a:ext cx="3806372" cy="1752612"/>
            </a:xfrm>
            <a:prstGeom prst="roundRect">
              <a:avLst/>
            </a:prstGeom>
            <a:solidFill>
              <a:srgbClr val="99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62" name="กลุ่ม 61"/>
            <p:cNvGrpSpPr/>
            <p:nvPr/>
          </p:nvGrpSpPr>
          <p:grpSpPr>
            <a:xfrm rot="10800000">
              <a:off x="726984" y="3492034"/>
              <a:ext cx="3244908" cy="1004173"/>
              <a:chOff x="6170837" y="1640911"/>
              <a:chExt cx="3846518" cy="1290180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63" name="สามเหลี่ยมหน้าจั่ว 62"/>
              <p:cNvSpPr/>
              <p:nvPr/>
            </p:nvSpPr>
            <p:spPr>
              <a:xfrm>
                <a:off x="6170837" y="1640911"/>
                <a:ext cx="1640910" cy="12901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64" name="สามเหลี่ยมหน้าจั่ว 63"/>
              <p:cNvSpPr/>
              <p:nvPr/>
            </p:nvSpPr>
            <p:spPr>
              <a:xfrm>
                <a:off x="7287083" y="1640911"/>
                <a:ext cx="1640910" cy="12901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65" name="สามเหลี่ยมหน้าจั่ว 64"/>
              <p:cNvSpPr/>
              <p:nvPr/>
            </p:nvSpPr>
            <p:spPr>
              <a:xfrm>
                <a:off x="8376445" y="1640911"/>
                <a:ext cx="1640910" cy="12901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grpSp>
        <p:nvGrpSpPr>
          <p:cNvPr id="67" name="กลุ่ม 66"/>
          <p:cNvGrpSpPr/>
          <p:nvPr/>
        </p:nvGrpSpPr>
        <p:grpSpPr>
          <a:xfrm>
            <a:off x="400042" y="2526540"/>
            <a:ext cx="4505795" cy="824670"/>
            <a:chOff x="462267" y="3492034"/>
            <a:chExt cx="3806372" cy="1752612"/>
          </a:xfrm>
        </p:grpSpPr>
        <p:sp>
          <p:nvSpPr>
            <p:cNvPr id="68" name="สี่เหลี่ยมผืนผ้ามุมมน 67"/>
            <p:cNvSpPr/>
            <p:nvPr/>
          </p:nvSpPr>
          <p:spPr>
            <a:xfrm>
              <a:off x="462267" y="3492034"/>
              <a:ext cx="3806372" cy="1752612"/>
            </a:xfrm>
            <a:prstGeom prst="roundRect">
              <a:avLst/>
            </a:prstGeom>
            <a:solidFill>
              <a:srgbClr val="99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69" name="กลุ่ม 68"/>
            <p:cNvGrpSpPr/>
            <p:nvPr/>
          </p:nvGrpSpPr>
          <p:grpSpPr>
            <a:xfrm rot="10800000">
              <a:off x="726984" y="3492034"/>
              <a:ext cx="3244908" cy="1004173"/>
              <a:chOff x="6170837" y="1640911"/>
              <a:chExt cx="3846518" cy="1290180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70" name="สามเหลี่ยมหน้าจั่ว 69"/>
              <p:cNvSpPr/>
              <p:nvPr/>
            </p:nvSpPr>
            <p:spPr>
              <a:xfrm>
                <a:off x="6170837" y="1640911"/>
                <a:ext cx="1640910" cy="12901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71" name="สามเหลี่ยมหน้าจั่ว 70"/>
              <p:cNvSpPr/>
              <p:nvPr/>
            </p:nvSpPr>
            <p:spPr>
              <a:xfrm>
                <a:off x="7287083" y="1640911"/>
                <a:ext cx="1640910" cy="12901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72" name="สามเหลี่ยมหน้าจั่ว 71"/>
              <p:cNvSpPr/>
              <p:nvPr/>
            </p:nvSpPr>
            <p:spPr>
              <a:xfrm>
                <a:off x="8376445" y="1640911"/>
                <a:ext cx="1640910" cy="12901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grpSp>
        <p:nvGrpSpPr>
          <p:cNvPr id="75" name="กลุ่ม 74"/>
          <p:cNvGrpSpPr/>
          <p:nvPr/>
        </p:nvGrpSpPr>
        <p:grpSpPr>
          <a:xfrm>
            <a:off x="5469749" y="1228068"/>
            <a:ext cx="2843408" cy="4351593"/>
            <a:chOff x="8369735" y="1394614"/>
            <a:chExt cx="2843408" cy="4351593"/>
          </a:xfrm>
        </p:grpSpPr>
        <p:sp>
          <p:nvSpPr>
            <p:cNvPr id="73" name="สี่เหลี่ยมผืนผ้ามุมมน 72"/>
            <p:cNvSpPr/>
            <p:nvPr/>
          </p:nvSpPr>
          <p:spPr>
            <a:xfrm>
              <a:off x="8369735" y="1394614"/>
              <a:ext cx="2843408" cy="4351593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4" name="วงรี 73"/>
            <p:cNvSpPr/>
            <p:nvPr/>
          </p:nvSpPr>
          <p:spPr>
            <a:xfrm>
              <a:off x="8666482" y="3369993"/>
              <a:ext cx="438411" cy="4624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209455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81644" y="4963056"/>
            <a:ext cx="12110356" cy="1553004"/>
            <a:chOff x="0" y="5326750"/>
            <a:chExt cx="12110356" cy="1553004"/>
          </a:xfrm>
          <a:solidFill>
            <a:schemeClr val="bg1">
              <a:lumMod val="50000"/>
            </a:schemeClr>
          </a:solidFill>
        </p:grpSpPr>
        <p:sp>
          <p:nvSpPr>
            <p:cNvPr id="3" name="สามเหลี่ยมหน้าจั่ว 2"/>
            <p:cNvSpPr/>
            <p:nvPr/>
          </p:nvSpPr>
          <p:spPr>
            <a:xfrm>
              <a:off x="0" y="5718629"/>
              <a:ext cx="1698171" cy="113937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ามเหลี่ยมหน้าจั่ว 3"/>
            <p:cNvSpPr/>
            <p:nvPr/>
          </p:nvSpPr>
          <p:spPr>
            <a:xfrm>
              <a:off x="1727199" y="5733130"/>
              <a:ext cx="1698171" cy="113937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สามเหลี่ยมหน้าจั่ว 4"/>
            <p:cNvSpPr/>
            <p:nvPr/>
          </p:nvSpPr>
          <p:spPr>
            <a:xfrm>
              <a:off x="3396342" y="5718629"/>
              <a:ext cx="1698171" cy="113937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ามเหลี่ยมหน้าจั่ว 5"/>
            <p:cNvSpPr/>
            <p:nvPr/>
          </p:nvSpPr>
          <p:spPr>
            <a:xfrm>
              <a:off x="5094513" y="5573487"/>
              <a:ext cx="1803403" cy="128451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สามเหลี่ยมหน้าจั่ว 6"/>
            <p:cNvSpPr/>
            <p:nvPr/>
          </p:nvSpPr>
          <p:spPr>
            <a:xfrm>
              <a:off x="6792684" y="5718629"/>
              <a:ext cx="1698171" cy="113937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ามเหลี่ยมหน้าจั่ว 7"/>
            <p:cNvSpPr/>
            <p:nvPr/>
          </p:nvSpPr>
          <p:spPr>
            <a:xfrm>
              <a:off x="8490855" y="5718627"/>
              <a:ext cx="1698171" cy="113937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ามเหลี่ยมหน้าจั่ว 8"/>
            <p:cNvSpPr/>
            <p:nvPr/>
          </p:nvSpPr>
          <p:spPr>
            <a:xfrm>
              <a:off x="10412185" y="5740383"/>
              <a:ext cx="1698171" cy="113937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สามเหลี่ยมหน้าจั่ว 9"/>
            <p:cNvSpPr/>
            <p:nvPr/>
          </p:nvSpPr>
          <p:spPr>
            <a:xfrm>
              <a:off x="9416137" y="5718622"/>
              <a:ext cx="1698171" cy="113937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สามเหลี่ยมหน้าจั่ว 10"/>
            <p:cNvSpPr/>
            <p:nvPr/>
          </p:nvSpPr>
          <p:spPr>
            <a:xfrm>
              <a:off x="5987144" y="5718622"/>
              <a:ext cx="1698171" cy="113937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สามเหลี่ยมหน้าจั่ว 11"/>
            <p:cNvSpPr/>
            <p:nvPr/>
          </p:nvSpPr>
          <p:spPr>
            <a:xfrm>
              <a:off x="7598224" y="5326750"/>
              <a:ext cx="2180773" cy="15312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ามเหลี่ยมหน้าจั่ว 12"/>
            <p:cNvSpPr/>
            <p:nvPr/>
          </p:nvSpPr>
          <p:spPr>
            <a:xfrm>
              <a:off x="4307115" y="5326751"/>
              <a:ext cx="1680029" cy="15312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สามเหลี่ยมหน้าจั่ว 13"/>
            <p:cNvSpPr/>
            <p:nvPr/>
          </p:nvSpPr>
          <p:spPr>
            <a:xfrm>
              <a:off x="2547256" y="5638810"/>
              <a:ext cx="1712691" cy="115386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สามเหลี่ยมหน้าจั่ว 14"/>
            <p:cNvSpPr/>
            <p:nvPr/>
          </p:nvSpPr>
          <p:spPr>
            <a:xfrm>
              <a:off x="725714" y="5587987"/>
              <a:ext cx="1803403" cy="128451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428612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กลุ่ม 7"/>
          <p:cNvGrpSpPr/>
          <p:nvPr/>
        </p:nvGrpSpPr>
        <p:grpSpPr>
          <a:xfrm>
            <a:off x="1327758" y="1327760"/>
            <a:ext cx="1515649" cy="1678488"/>
            <a:chOff x="1327758" y="1327760"/>
            <a:chExt cx="1515649" cy="1678488"/>
          </a:xfrm>
        </p:grpSpPr>
        <p:grpSp>
          <p:nvGrpSpPr>
            <p:cNvPr id="5" name="กลุ่ม 4"/>
            <p:cNvGrpSpPr/>
            <p:nvPr/>
          </p:nvGrpSpPr>
          <p:grpSpPr>
            <a:xfrm>
              <a:off x="1327758" y="1327760"/>
              <a:ext cx="1515649" cy="1678488"/>
              <a:chOff x="7490564" y="1979112"/>
              <a:chExt cx="1515649" cy="1678488"/>
            </a:xfrm>
          </p:grpSpPr>
          <p:sp>
            <p:nvSpPr>
              <p:cNvPr id="3" name="สี่เหลี่ยมผืนผ้า 2"/>
              <p:cNvSpPr/>
              <p:nvPr/>
            </p:nvSpPr>
            <p:spPr>
              <a:xfrm>
                <a:off x="7835031" y="2931091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" name="สี่เหลี่ยมผืนผ้า 3"/>
              <p:cNvSpPr/>
              <p:nvPr/>
            </p:nvSpPr>
            <p:spPr>
              <a:xfrm>
                <a:off x="8414359" y="2906039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" name="สี่เหลี่ยมผืนผ้ามุมมน 1"/>
              <p:cNvSpPr/>
              <p:nvPr/>
            </p:nvSpPr>
            <p:spPr>
              <a:xfrm>
                <a:off x="7490564" y="1979112"/>
                <a:ext cx="1515649" cy="1265127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6" name="สี่เหลี่ยมผืนผ้า 5"/>
            <p:cNvSpPr/>
            <p:nvPr/>
          </p:nvSpPr>
          <p:spPr>
            <a:xfrm>
              <a:off x="1622120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สี่เหลี่ยมผืนผ้า 6"/>
            <p:cNvSpPr/>
            <p:nvPr/>
          </p:nvSpPr>
          <p:spPr>
            <a:xfrm>
              <a:off x="2166604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9" name="กลุ่ม 8"/>
          <p:cNvGrpSpPr/>
          <p:nvPr/>
        </p:nvGrpSpPr>
        <p:grpSpPr>
          <a:xfrm>
            <a:off x="3655799" y="1302708"/>
            <a:ext cx="1515649" cy="1694842"/>
            <a:chOff x="1327758" y="1327760"/>
            <a:chExt cx="1515649" cy="1694842"/>
          </a:xfrm>
        </p:grpSpPr>
        <p:grpSp>
          <p:nvGrpSpPr>
            <p:cNvPr id="10" name="กลุ่ม 9"/>
            <p:cNvGrpSpPr/>
            <p:nvPr/>
          </p:nvGrpSpPr>
          <p:grpSpPr>
            <a:xfrm>
              <a:off x="1327758" y="1327760"/>
              <a:ext cx="1515649" cy="1694842"/>
              <a:chOff x="7490564" y="1979112"/>
              <a:chExt cx="1515649" cy="1694842"/>
            </a:xfrm>
          </p:grpSpPr>
          <p:sp>
            <p:nvSpPr>
              <p:cNvPr id="13" name="สี่เหลี่ยมผืนผ้า 12"/>
              <p:cNvSpPr/>
              <p:nvPr/>
            </p:nvSpPr>
            <p:spPr>
              <a:xfrm>
                <a:off x="7835031" y="2931091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4" name="สี่เหลี่ยมผืนผ้า 13"/>
              <p:cNvSpPr/>
              <p:nvPr/>
            </p:nvSpPr>
            <p:spPr>
              <a:xfrm rot="19841615">
                <a:off x="8653044" y="2947445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5" name="สี่เหลี่ยมผืนผ้ามุมมน 14"/>
              <p:cNvSpPr/>
              <p:nvPr/>
            </p:nvSpPr>
            <p:spPr>
              <a:xfrm>
                <a:off x="7490564" y="1979112"/>
                <a:ext cx="1515649" cy="1265127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1" name="สี่เหลี่ยมผืนผ้า 10"/>
            <p:cNvSpPr/>
            <p:nvPr/>
          </p:nvSpPr>
          <p:spPr>
            <a:xfrm>
              <a:off x="1705869" y="1627958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สี่เหลี่ยมผืนผ้า 11"/>
            <p:cNvSpPr/>
            <p:nvPr/>
          </p:nvSpPr>
          <p:spPr>
            <a:xfrm>
              <a:off x="2353291" y="1627958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46" name="กลุ่ม 45"/>
          <p:cNvGrpSpPr/>
          <p:nvPr/>
        </p:nvGrpSpPr>
        <p:grpSpPr>
          <a:xfrm>
            <a:off x="6383695" y="1327760"/>
            <a:ext cx="1515649" cy="1710901"/>
            <a:chOff x="6383695" y="1327760"/>
            <a:chExt cx="1515649" cy="1710901"/>
          </a:xfrm>
        </p:grpSpPr>
        <p:sp>
          <p:nvSpPr>
            <p:cNvPr id="24" name="สี่เหลี่ยมผืนผ้า 23"/>
            <p:cNvSpPr/>
            <p:nvPr/>
          </p:nvSpPr>
          <p:spPr>
            <a:xfrm rot="2014686">
              <a:off x="6723361" y="2312152"/>
              <a:ext cx="256784" cy="726509"/>
            </a:xfrm>
            <a:prstGeom prst="rect">
              <a:avLst/>
            </a:prstGeom>
            <a:solidFill>
              <a:srgbClr val="5FBB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3" name="สี่เหลี่ยมผืนผ้า 22"/>
            <p:cNvSpPr/>
            <p:nvPr/>
          </p:nvSpPr>
          <p:spPr>
            <a:xfrm rot="19841615">
              <a:off x="7481185" y="2306192"/>
              <a:ext cx="256784" cy="726509"/>
            </a:xfrm>
            <a:prstGeom prst="rect">
              <a:avLst/>
            </a:prstGeom>
            <a:solidFill>
              <a:srgbClr val="5FBB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16" name="กลุ่ม 15"/>
            <p:cNvGrpSpPr/>
            <p:nvPr/>
          </p:nvGrpSpPr>
          <p:grpSpPr>
            <a:xfrm>
              <a:off x="6383695" y="1327760"/>
              <a:ext cx="1515649" cy="1265127"/>
              <a:chOff x="1327758" y="1327760"/>
              <a:chExt cx="1515649" cy="1265127"/>
            </a:xfrm>
          </p:grpSpPr>
          <p:sp>
            <p:nvSpPr>
              <p:cNvPr id="22" name="สี่เหลี่ยมผืนผ้ามุมมน 21"/>
              <p:cNvSpPr/>
              <p:nvPr/>
            </p:nvSpPr>
            <p:spPr>
              <a:xfrm>
                <a:off x="1327758" y="1327760"/>
                <a:ext cx="1515649" cy="1265127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8" name="สี่เหลี่ยมผืนผ้า 17"/>
              <p:cNvSpPr/>
              <p:nvPr/>
            </p:nvSpPr>
            <p:spPr>
              <a:xfrm>
                <a:off x="1815456" y="1602906"/>
                <a:ext cx="306889" cy="162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9" name="สี่เหลี่ยมผืนผ้า 18"/>
              <p:cNvSpPr/>
              <p:nvPr/>
            </p:nvSpPr>
            <p:spPr>
              <a:xfrm>
                <a:off x="2347813" y="1602906"/>
                <a:ext cx="306889" cy="162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grpSp>
        <p:nvGrpSpPr>
          <p:cNvPr id="39" name="กลุ่ม 38"/>
          <p:cNvGrpSpPr/>
          <p:nvPr/>
        </p:nvGrpSpPr>
        <p:grpSpPr>
          <a:xfrm>
            <a:off x="1326391" y="3908123"/>
            <a:ext cx="1515649" cy="1738275"/>
            <a:chOff x="1327757" y="3833682"/>
            <a:chExt cx="1515649" cy="1738275"/>
          </a:xfrm>
        </p:grpSpPr>
        <p:sp>
          <p:nvSpPr>
            <p:cNvPr id="38" name="สี่เหลี่ยมผืนผ้า 37"/>
            <p:cNvSpPr/>
            <p:nvPr/>
          </p:nvSpPr>
          <p:spPr>
            <a:xfrm rot="1508698">
              <a:off x="1543833" y="4825316"/>
              <a:ext cx="256784" cy="726509"/>
            </a:xfrm>
            <a:prstGeom prst="rect">
              <a:avLst/>
            </a:prstGeom>
            <a:solidFill>
              <a:srgbClr val="5FBB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31" name="กลุ่ม 30"/>
            <p:cNvGrpSpPr/>
            <p:nvPr/>
          </p:nvGrpSpPr>
          <p:grpSpPr>
            <a:xfrm>
              <a:off x="1327757" y="3833682"/>
              <a:ext cx="1515649" cy="1738275"/>
              <a:chOff x="1327758" y="1327760"/>
              <a:chExt cx="1515649" cy="1738275"/>
            </a:xfrm>
          </p:grpSpPr>
          <p:grpSp>
            <p:nvGrpSpPr>
              <p:cNvPr id="32" name="กลุ่ม 31"/>
              <p:cNvGrpSpPr/>
              <p:nvPr/>
            </p:nvGrpSpPr>
            <p:grpSpPr>
              <a:xfrm>
                <a:off x="1327758" y="1327760"/>
                <a:ext cx="1515649" cy="1738275"/>
                <a:chOff x="7490564" y="1979112"/>
                <a:chExt cx="1515649" cy="1738275"/>
              </a:xfrm>
            </p:grpSpPr>
            <p:sp>
              <p:nvSpPr>
                <p:cNvPr id="36" name="สี่เหลี่ยมผืนผ้า 35"/>
                <p:cNvSpPr/>
                <p:nvPr/>
              </p:nvSpPr>
              <p:spPr>
                <a:xfrm rot="20082837">
                  <a:off x="8578454" y="2990878"/>
                  <a:ext cx="256784" cy="726509"/>
                </a:xfrm>
                <a:prstGeom prst="rect">
                  <a:avLst/>
                </a:prstGeom>
                <a:solidFill>
                  <a:srgbClr val="5FBB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37" name="สี่เหลี่ยมผืนผ้ามุมมน 36"/>
                <p:cNvSpPr/>
                <p:nvPr/>
              </p:nvSpPr>
              <p:spPr>
                <a:xfrm>
                  <a:off x="7490564" y="1979112"/>
                  <a:ext cx="1515649" cy="1265127"/>
                </a:xfrm>
                <a:prstGeom prst="round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33" name="สี่เหลี่ยมผืนผ้า 32"/>
              <p:cNvSpPr/>
              <p:nvPr/>
            </p:nvSpPr>
            <p:spPr>
              <a:xfrm>
                <a:off x="1622120" y="1516027"/>
                <a:ext cx="306889" cy="162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4" name="สี่เหลี่ยมผืนผ้า 33"/>
              <p:cNvSpPr/>
              <p:nvPr/>
            </p:nvSpPr>
            <p:spPr>
              <a:xfrm>
                <a:off x="2272789" y="1507239"/>
                <a:ext cx="306889" cy="162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40" name="สี่เหลี่ยมผืนผ้า 39"/>
          <p:cNvSpPr/>
          <p:nvPr/>
        </p:nvSpPr>
        <p:spPr>
          <a:xfrm rot="1292367">
            <a:off x="9173981" y="2343945"/>
            <a:ext cx="256784" cy="726509"/>
          </a:xfrm>
          <a:prstGeom prst="rect">
            <a:avLst/>
          </a:prstGeom>
          <a:solidFill>
            <a:srgbClr val="5FBB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1" name="สี่เหลี่ยมผืนผ้า 40"/>
          <p:cNvSpPr/>
          <p:nvPr/>
        </p:nvSpPr>
        <p:spPr>
          <a:xfrm>
            <a:off x="9983907" y="2322176"/>
            <a:ext cx="256784" cy="726509"/>
          </a:xfrm>
          <a:prstGeom prst="rect">
            <a:avLst/>
          </a:prstGeom>
          <a:solidFill>
            <a:srgbClr val="5FBB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42" name="กลุ่ม 41"/>
          <p:cNvGrpSpPr/>
          <p:nvPr/>
        </p:nvGrpSpPr>
        <p:grpSpPr>
          <a:xfrm>
            <a:off x="8886417" y="1343744"/>
            <a:ext cx="1515649" cy="1265127"/>
            <a:chOff x="1327758" y="1327760"/>
            <a:chExt cx="1515649" cy="1265127"/>
          </a:xfrm>
        </p:grpSpPr>
        <p:sp>
          <p:nvSpPr>
            <p:cNvPr id="43" name="สี่เหลี่ยมผืนผ้ามุมมน 42"/>
            <p:cNvSpPr/>
            <p:nvPr/>
          </p:nvSpPr>
          <p:spPr>
            <a:xfrm>
              <a:off x="1327758" y="1327760"/>
              <a:ext cx="1515649" cy="126512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4" name="สี่เหลี่ยมผืนผ้า 43"/>
            <p:cNvSpPr/>
            <p:nvPr/>
          </p:nvSpPr>
          <p:spPr>
            <a:xfrm>
              <a:off x="1778693" y="1586925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5" name="สี่เหลี่ยมผืนผ้า 44"/>
            <p:cNvSpPr/>
            <p:nvPr/>
          </p:nvSpPr>
          <p:spPr>
            <a:xfrm>
              <a:off x="2400195" y="1605276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02652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 rot="2014686">
            <a:off x="6723361" y="2312152"/>
            <a:ext cx="256784" cy="72650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สี่เหลี่ยมผืนผ้า 2"/>
          <p:cNvSpPr/>
          <p:nvPr/>
        </p:nvSpPr>
        <p:spPr>
          <a:xfrm rot="19841615">
            <a:off x="7481185" y="2306192"/>
            <a:ext cx="256784" cy="72650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4" name="กลุ่ม 3"/>
          <p:cNvGrpSpPr/>
          <p:nvPr/>
        </p:nvGrpSpPr>
        <p:grpSpPr>
          <a:xfrm>
            <a:off x="1327758" y="1327760"/>
            <a:ext cx="1515649" cy="1678488"/>
            <a:chOff x="1327758" y="1327760"/>
            <a:chExt cx="1515649" cy="1678488"/>
          </a:xfrm>
        </p:grpSpPr>
        <p:grpSp>
          <p:nvGrpSpPr>
            <p:cNvPr id="5" name="กลุ่ม 4"/>
            <p:cNvGrpSpPr/>
            <p:nvPr/>
          </p:nvGrpSpPr>
          <p:grpSpPr>
            <a:xfrm>
              <a:off x="1327758" y="1327760"/>
              <a:ext cx="1515649" cy="1678488"/>
              <a:chOff x="7490564" y="1979112"/>
              <a:chExt cx="1515649" cy="1678488"/>
            </a:xfrm>
          </p:grpSpPr>
          <p:sp>
            <p:nvSpPr>
              <p:cNvPr id="8" name="สี่เหลี่ยมผืนผ้า 7"/>
              <p:cNvSpPr/>
              <p:nvPr/>
            </p:nvSpPr>
            <p:spPr>
              <a:xfrm>
                <a:off x="7835031" y="2931091"/>
                <a:ext cx="256784" cy="72650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สี่เหลี่ยมผืนผ้า 8"/>
              <p:cNvSpPr/>
              <p:nvPr/>
            </p:nvSpPr>
            <p:spPr>
              <a:xfrm>
                <a:off x="8414359" y="2906039"/>
                <a:ext cx="256784" cy="72650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สี่เหลี่ยมผืนผ้ามุมมน 9"/>
              <p:cNvSpPr/>
              <p:nvPr/>
            </p:nvSpPr>
            <p:spPr>
              <a:xfrm>
                <a:off x="7490564" y="1979112"/>
                <a:ext cx="1515649" cy="1265127"/>
              </a:xfrm>
              <a:prstGeom prst="roundRect">
                <a:avLst/>
              </a:prstGeom>
              <a:solidFill>
                <a:srgbClr val="33CC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6" name="สี่เหลี่ยมผืนผ้า 5"/>
            <p:cNvSpPr/>
            <p:nvPr/>
          </p:nvSpPr>
          <p:spPr>
            <a:xfrm>
              <a:off x="1622120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สี่เหลี่ยมผืนผ้า 6"/>
            <p:cNvSpPr/>
            <p:nvPr/>
          </p:nvSpPr>
          <p:spPr>
            <a:xfrm>
              <a:off x="2166604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1" name="กลุ่ม 10"/>
          <p:cNvGrpSpPr/>
          <p:nvPr/>
        </p:nvGrpSpPr>
        <p:grpSpPr>
          <a:xfrm>
            <a:off x="3655799" y="1302708"/>
            <a:ext cx="1515649" cy="1694842"/>
            <a:chOff x="1327758" y="1327760"/>
            <a:chExt cx="1515649" cy="1694842"/>
          </a:xfrm>
        </p:grpSpPr>
        <p:grpSp>
          <p:nvGrpSpPr>
            <p:cNvPr id="12" name="กลุ่ม 11"/>
            <p:cNvGrpSpPr/>
            <p:nvPr/>
          </p:nvGrpSpPr>
          <p:grpSpPr>
            <a:xfrm>
              <a:off x="1327758" y="1327760"/>
              <a:ext cx="1515649" cy="1694842"/>
              <a:chOff x="7490564" y="1979112"/>
              <a:chExt cx="1515649" cy="1694842"/>
            </a:xfrm>
          </p:grpSpPr>
          <p:sp>
            <p:nvSpPr>
              <p:cNvPr id="15" name="สี่เหลี่ยมผืนผ้า 14"/>
              <p:cNvSpPr/>
              <p:nvPr/>
            </p:nvSpPr>
            <p:spPr>
              <a:xfrm>
                <a:off x="7835031" y="2931091"/>
                <a:ext cx="256784" cy="72650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6" name="สี่เหลี่ยมผืนผ้า 15"/>
              <p:cNvSpPr/>
              <p:nvPr/>
            </p:nvSpPr>
            <p:spPr>
              <a:xfrm rot="19841615">
                <a:off x="8653044" y="2947445"/>
                <a:ext cx="256784" cy="72650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7" name="สี่เหลี่ยมผืนผ้ามุมมน 16"/>
              <p:cNvSpPr/>
              <p:nvPr/>
            </p:nvSpPr>
            <p:spPr>
              <a:xfrm>
                <a:off x="7490564" y="1979112"/>
                <a:ext cx="1515649" cy="1265127"/>
              </a:xfrm>
              <a:prstGeom prst="roundRect">
                <a:avLst/>
              </a:prstGeom>
              <a:solidFill>
                <a:srgbClr val="33CC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3" name="สี่เหลี่ยมผืนผ้า 12"/>
            <p:cNvSpPr/>
            <p:nvPr/>
          </p:nvSpPr>
          <p:spPr>
            <a:xfrm>
              <a:off x="1705869" y="1627958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สี่เหลี่ยมผืนผ้า 13"/>
            <p:cNvSpPr/>
            <p:nvPr/>
          </p:nvSpPr>
          <p:spPr>
            <a:xfrm>
              <a:off x="2353291" y="1627958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8" name="กลุ่ม 17"/>
          <p:cNvGrpSpPr/>
          <p:nvPr/>
        </p:nvGrpSpPr>
        <p:grpSpPr>
          <a:xfrm>
            <a:off x="6383695" y="1327760"/>
            <a:ext cx="1515649" cy="1265127"/>
            <a:chOff x="1327758" y="1327760"/>
            <a:chExt cx="1515649" cy="1265127"/>
          </a:xfrm>
        </p:grpSpPr>
        <p:sp>
          <p:nvSpPr>
            <p:cNvPr id="19" name="สี่เหลี่ยมผืนผ้ามุมมน 18"/>
            <p:cNvSpPr/>
            <p:nvPr/>
          </p:nvSpPr>
          <p:spPr>
            <a:xfrm>
              <a:off x="1327758" y="1327760"/>
              <a:ext cx="1515649" cy="1265127"/>
            </a:xfrm>
            <a:prstGeom prst="roundRect">
              <a:avLst/>
            </a:prstGeom>
            <a:solidFill>
              <a:srgbClr val="33CC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0" name="สี่เหลี่ยมผืนผ้า 19"/>
            <p:cNvSpPr/>
            <p:nvPr/>
          </p:nvSpPr>
          <p:spPr>
            <a:xfrm>
              <a:off x="1815456" y="1602906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1" name="สี่เหลี่ยมผืนผ้า 20"/>
            <p:cNvSpPr/>
            <p:nvPr/>
          </p:nvSpPr>
          <p:spPr>
            <a:xfrm>
              <a:off x="2347813" y="1602906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22" name="กลุ่ม 21"/>
          <p:cNvGrpSpPr/>
          <p:nvPr/>
        </p:nvGrpSpPr>
        <p:grpSpPr>
          <a:xfrm>
            <a:off x="1326391" y="3908123"/>
            <a:ext cx="1515649" cy="1738275"/>
            <a:chOff x="1327757" y="3833682"/>
            <a:chExt cx="1515649" cy="1738275"/>
          </a:xfrm>
        </p:grpSpPr>
        <p:sp>
          <p:nvSpPr>
            <p:cNvPr id="23" name="สี่เหลี่ยมผืนผ้า 22"/>
            <p:cNvSpPr/>
            <p:nvPr/>
          </p:nvSpPr>
          <p:spPr>
            <a:xfrm rot="1508698">
              <a:off x="1543833" y="4825316"/>
              <a:ext cx="256784" cy="72650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24" name="กลุ่ม 23"/>
            <p:cNvGrpSpPr/>
            <p:nvPr/>
          </p:nvGrpSpPr>
          <p:grpSpPr>
            <a:xfrm>
              <a:off x="1327757" y="3833682"/>
              <a:ext cx="1515649" cy="1738275"/>
              <a:chOff x="1327758" y="1327760"/>
              <a:chExt cx="1515649" cy="1738275"/>
            </a:xfrm>
          </p:grpSpPr>
          <p:grpSp>
            <p:nvGrpSpPr>
              <p:cNvPr id="25" name="กลุ่ม 24"/>
              <p:cNvGrpSpPr/>
              <p:nvPr/>
            </p:nvGrpSpPr>
            <p:grpSpPr>
              <a:xfrm>
                <a:off x="1327758" y="1327760"/>
                <a:ext cx="1515649" cy="1738275"/>
                <a:chOff x="7490564" y="1979112"/>
                <a:chExt cx="1515649" cy="1738275"/>
              </a:xfrm>
            </p:grpSpPr>
            <p:sp>
              <p:nvSpPr>
                <p:cNvPr id="28" name="สี่เหลี่ยมผืนผ้า 27"/>
                <p:cNvSpPr/>
                <p:nvPr/>
              </p:nvSpPr>
              <p:spPr>
                <a:xfrm rot="20082837">
                  <a:off x="8578454" y="2990878"/>
                  <a:ext cx="256784" cy="726509"/>
                </a:xfrm>
                <a:prstGeom prst="rect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9" name="สี่เหลี่ยมผืนผ้ามุมมน 28"/>
                <p:cNvSpPr/>
                <p:nvPr/>
              </p:nvSpPr>
              <p:spPr>
                <a:xfrm>
                  <a:off x="7490564" y="1979112"/>
                  <a:ext cx="1515649" cy="1265127"/>
                </a:xfrm>
                <a:prstGeom prst="round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26" name="สี่เหลี่ยมผืนผ้า 25"/>
              <p:cNvSpPr/>
              <p:nvPr/>
            </p:nvSpPr>
            <p:spPr>
              <a:xfrm>
                <a:off x="1622120" y="1516027"/>
                <a:ext cx="306889" cy="162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7" name="สี่เหลี่ยมผืนผ้า 26"/>
              <p:cNvSpPr/>
              <p:nvPr/>
            </p:nvSpPr>
            <p:spPr>
              <a:xfrm>
                <a:off x="2272789" y="1507239"/>
                <a:ext cx="306889" cy="162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30" name="สี่เหลี่ยมผืนผ้า 29"/>
          <p:cNvSpPr/>
          <p:nvPr/>
        </p:nvSpPr>
        <p:spPr>
          <a:xfrm rot="1292367">
            <a:off x="9173981" y="2343945"/>
            <a:ext cx="256784" cy="72650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1" name="สี่เหลี่ยมผืนผ้า 30"/>
          <p:cNvSpPr/>
          <p:nvPr/>
        </p:nvSpPr>
        <p:spPr>
          <a:xfrm>
            <a:off x="9983907" y="2322176"/>
            <a:ext cx="256784" cy="72650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32" name="กลุ่ม 31"/>
          <p:cNvGrpSpPr/>
          <p:nvPr/>
        </p:nvGrpSpPr>
        <p:grpSpPr>
          <a:xfrm>
            <a:off x="8886417" y="1343744"/>
            <a:ext cx="1515649" cy="1265127"/>
            <a:chOff x="1327758" y="1327760"/>
            <a:chExt cx="1515649" cy="1265127"/>
          </a:xfrm>
        </p:grpSpPr>
        <p:sp>
          <p:nvSpPr>
            <p:cNvPr id="33" name="สี่เหลี่ยมผืนผ้ามุมมน 32"/>
            <p:cNvSpPr/>
            <p:nvPr/>
          </p:nvSpPr>
          <p:spPr>
            <a:xfrm>
              <a:off x="1327758" y="1327760"/>
              <a:ext cx="1515649" cy="1265127"/>
            </a:xfrm>
            <a:prstGeom prst="roundRect">
              <a:avLst/>
            </a:prstGeom>
            <a:solidFill>
              <a:srgbClr val="33CC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4" name="สี่เหลี่ยมผืนผ้า 33"/>
            <p:cNvSpPr/>
            <p:nvPr/>
          </p:nvSpPr>
          <p:spPr>
            <a:xfrm>
              <a:off x="1778693" y="1586925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5" name="สี่เหลี่ยมผืนผ้า 34"/>
            <p:cNvSpPr/>
            <p:nvPr/>
          </p:nvSpPr>
          <p:spPr>
            <a:xfrm>
              <a:off x="2400195" y="1605276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54644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/>
          <p:cNvGrpSpPr/>
          <p:nvPr/>
        </p:nvGrpSpPr>
        <p:grpSpPr>
          <a:xfrm>
            <a:off x="237090" y="219733"/>
            <a:ext cx="1881364" cy="1514007"/>
            <a:chOff x="3020419" y="1873770"/>
            <a:chExt cx="2452459" cy="1978702"/>
          </a:xfrm>
        </p:grpSpPr>
        <p:sp>
          <p:nvSpPr>
            <p:cNvPr id="9" name="รูปแบบอิสระ 8"/>
            <p:cNvSpPr/>
            <p:nvPr/>
          </p:nvSpPr>
          <p:spPr>
            <a:xfrm rot="19853835" flipH="1">
              <a:off x="3020419" y="1916003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รูปแบบอิสระ 7"/>
            <p:cNvSpPr/>
            <p:nvPr/>
          </p:nvSpPr>
          <p:spPr>
            <a:xfrm rot="1746165">
              <a:off x="5073599" y="1916004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" name="วงรี 1"/>
            <p:cNvSpPr/>
            <p:nvPr/>
          </p:nvSpPr>
          <p:spPr>
            <a:xfrm>
              <a:off x="3342807" y="1873770"/>
              <a:ext cx="1918740" cy="1978702"/>
            </a:xfrm>
            <a:prstGeom prst="ellipse">
              <a:avLst/>
            </a:prstGeom>
            <a:solidFill>
              <a:srgbClr val="FD33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" name="วงรี 2"/>
            <p:cNvSpPr/>
            <p:nvPr/>
          </p:nvSpPr>
          <p:spPr>
            <a:xfrm>
              <a:off x="3767527" y="2400923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วงรี 3"/>
            <p:cNvSpPr/>
            <p:nvPr/>
          </p:nvSpPr>
          <p:spPr>
            <a:xfrm>
              <a:off x="4514537" y="2400924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รูปแบบอิสระ 4"/>
            <p:cNvSpPr/>
            <p:nvPr/>
          </p:nvSpPr>
          <p:spPr>
            <a:xfrm rot="3310592">
              <a:off x="3854733" y="2758556"/>
              <a:ext cx="894887" cy="991116"/>
            </a:xfrm>
            <a:custGeom>
              <a:avLst/>
              <a:gdLst>
                <a:gd name="connsiteX0" fmla="*/ 826824 w 1668548"/>
                <a:gd name="connsiteY0" fmla="*/ 1200202 h 1975150"/>
                <a:gd name="connsiteX1" fmla="*/ 1261538 w 1668548"/>
                <a:gd name="connsiteY1" fmla="*/ 510655 h 1975150"/>
                <a:gd name="connsiteX2" fmla="*/ 1306509 w 1668548"/>
                <a:gd name="connsiteY2" fmla="*/ 989 h 1975150"/>
                <a:gd name="connsiteX3" fmla="*/ 1666273 w 1668548"/>
                <a:gd name="connsiteY3" fmla="*/ 405724 h 1975150"/>
                <a:gd name="connsiteX4" fmla="*/ 1111637 w 1668548"/>
                <a:gd name="connsiteY4" fmla="*/ 1230183 h 1975150"/>
                <a:gd name="connsiteX5" fmla="*/ 676922 w 1668548"/>
                <a:gd name="connsiteY5" fmla="*/ 1859770 h 1975150"/>
                <a:gd name="connsiteX6" fmla="*/ 2365 w 1668548"/>
                <a:gd name="connsiteY6" fmla="*/ 1964701 h 1975150"/>
                <a:gd name="connsiteX7" fmla="*/ 467060 w 1668548"/>
                <a:gd name="connsiteY7" fmla="*/ 1724858 h 1975150"/>
                <a:gd name="connsiteX8" fmla="*/ 826824 w 1668548"/>
                <a:gd name="connsiteY8" fmla="*/ 1200202 h 197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8548" h="1975150">
                  <a:moveTo>
                    <a:pt x="826824" y="1200202"/>
                  </a:moveTo>
                  <a:cubicBezTo>
                    <a:pt x="959237" y="997835"/>
                    <a:pt x="1181591" y="710524"/>
                    <a:pt x="1261538" y="510655"/>
                  </a:cubicBezTo>
                  <a:cubicBezTo>
                    <a:pt x="1341485" y="310786"/>
                    <a:pt x="1239053" y="18478"/>
                    <a:pt x="1306509" y="989"/>
                  </a:cubicBezTo>
                  <a:cubicBezTo>
                    <a:pt x="1373965" y="-16500"/>
                    <a:pt x="1698752" y="200858"/>
                    <a:pt x="1666273" y="405724"/>
                  </a:cubicBezTo>
                  <a:cubicBezTo>
                    <a:pt x="1633794" y="610590"/>
                    <a:pt x="1276529" y="987842"/>
                    <a:pt x="1111637" y="1230183"/>
                  </a:cubicBezTo>
                  <a:cubicBezTo>
                    <a:pt x="946745" y="1472524"/>
                    <a:pt x="861801" y="1737350"/>
                    <a:pt x="676922" y="1859770"/>
                  </a:cubicBezTo>
                  <a:cubicBezTo>
                    <a:pt x="492043" y="1982190"/>
                    <a:pt x="37342" y="1987186"/>
                    <a:pt x="2365" y="1964701"/>
                  </a:cubicBezTo>
                  <a:cubicBezTo>
                    <a:pt x="-32612" y="1942216"/>
                    <a:pt x="329650" y="1849776"/>
                    <a:pt x="467060" y="1724858"/>
                  </a:cubicBezTo>
                  <a:cubicBezTo>
                    <a:pt x="604470" y="1599940"/>
                    <a:pt x="694411" y="1402569"/>
                    <a:pt x="826824" y="120020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1" name="กลุ่ม 10"/>
          <p:cNvGrpSpPr/>
          <p:nvPr/>
        </p:nvGrpSpPr>
        <p:grpSpPr>
          <a:xfrm>
            <a:off x="2913308" y="221783"/>
            <a:ext cx="1881364" cy="1514007"/>
            <a:chOff x="3020419" y="1873770"/>
            <a:chExt cx="2452459" cy="1978702"/>
          </a:xfrm>
        </p:grpSpPr>
        <p:sp>
          <p:nvSpPr>
            <p:cNvPr id="12" name="รูปแบบอิสระ 11"/>
            <p:cNvSpPr/>
            <p:nvPr/>
          </p:nvSpPr>
          <p:spPr>
            <a:xfrm rot="19853835" flipH="1">
              <a:off x="3020419" y="1916003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รูปแบบอิสระ 12"/>
            <p:cNvSpPr/>
            <p:nvPr/>
          </p:nvSpPr>
          <p:spPr>
            <a:xfrm rot="1746165">
              <a:off x="5073599" y="1916004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วงรี 13"/>
            <p:cNvSpPr/>
            <p:nvPr/>
          </p:nvSpPr>
          <p:spPr>
            <a:xfrm>
              <a:off x="3342807" y="1873770"/>
              <a:ext cx="1918740" cy="1978702"/>
            </a:xfrm>
            <a:prstGeom prst="ellipse">
              <a:avLst/>
            </a:prstGeom>
            <a:solidFill>
              <a:srgbClr val="FD33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วงรี 14"/>
            <p:cNvSpPr/>
            <p:nvPr/>
          </p:nvSpPr>
          <p:spPr>
            <a:xfrm>
              <a:off x="3931719" y="2400923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6" name="วงรี 15"/>
            <p:cNvSpPr/>
            <p:nvPr/>
          </p:nvSpPr>
          <p:spPr>
            <a:xfrm>
              <a:off x="4707959" y="2400923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รูปแบบอิสระ 16"/>
            <p:cNvSpPr/>
            <p:nvPr/>
          </p:nvSpPr>
          <p:spPr>
            <a:xfrm rot="3310592">
              <a:off x="3854733" y="2758556"/>
              <a:ext cx="894887" cy="991116"/>
            </a:xfrm>
            <a:custGeom>
              <a:avLst/>
              <a:gdLst>
                <a:gd name="connsiteX0" fmla="*/ 826824 w 1668548"/>
                <a:gd name="connsiteY0" fmla="*/ 1200202 h 1975150"/>
                <a:gd name="connsiteX1" fmla="*/ 1261538 w 1668548"/>
                <a:gd name="connsiteY1" fmla="*/ 510655 h 1975150"/>
                <a:gd name="connsiteX2" fmla="*/ 1306509 w 1668548"/>
                <a:gd name="connsiteY2" fmla="*/ 989 h 1975150"/>
                <a:gd name="connsiteX3" fmla="*/ 1666273 w 1668548"/>
                <a:gd name="connsiteY3" fmla="*/ 405724 h 1975150"/>
                <a:gd name="connsiteX4" fmla="*/ 1111637 w 1668548"/>
                <a:gd name="connsiteY4" fmla="*/ 1230183 h 1975150"/>
                <a:gd name="connsiteX5" fmla="*/ 676922 w 1668548"/>
                <a:gd name="connsiteY5" fmla="*/ 1859770 h 1975150"/>
                <a:gd name="connsiteX6" fmla="*/ 2365 w 1668548"/>
                <a:gd name="connsiteY6" fmla="*/ 1964701 h 1975150"/>
                <a:gd name="connsiteX7" fmla="*/ 467060 w 1668548"/>
                <a:gd name="connsiteY7" fmla="*/ 1724858 h 1975150"/>
                <a:gd name="connsiteX8" fmla="*/ 826824 w 1668548"/>
                <a:gd name="connsiteY8" fmla="*/ 1200202 h 197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8548" h="1975150">
                  <a:moveTo>
                    <a:pt x="826824" y="1200202"/>
                  </a:moveTo>
                  <a:cubicBezTo>
                    <a:pt x="959237" y="997835"/>
                    <a:pt x="1181591" y="710524"/>
                    <a:pt x="1261538" y="510655"/>
                  </a:cubicBezTo>
                  <a:cubicBezTo>
                    <a:pt x="1341485" y="310786"/>
                    <a:pt x="1239053" y="18478"/>
                    <a:pt x="1306509" y="989"/>
                  </a:cubicBezTo>
                  <a:cubicBezTo>
                    <a:pt x="1373965" y="-16500"/>
                    <a:pt x="1698752" y="200858"/>
                    <a:pt x="1666273" y="405724"/>
                  </a:cubicBezTo>
                  <a:cubicBezTo>
                    <a:pt x="1633794" y="610590"/>
                    <a:pt x="1276529" y="987842"/>
                    <a:pt x="1111637" y="1230183"/>
                  </a:cubicBezTo>
                  <a:cubicBezTo>
                    <a:pt x="946745" y="1472524"/>
                    <a:pt x="861801" y="1737350"/>
                    <a:pt x="676922" y="1859770"/>
                  </a:cubicBezTo>
                  <a:cubicBezTo>
                    <a:pt x="492043" y="1982190"/>
                    <a:pt x="37342" y="1987186"/>
                    <a:pt x="2365" y="1964701"/>
                  </a:cubicBezTo>
                  <a:cubicBezTo>
                    <a:pt x="-32612" y="1942216"/>
                    <a:pt x="329650" y="1849776"/>
                    <a:pt x="467060" y="1724858"/>
                  </a:cubicBezTo>
                  <a:cubicBezTo>
                    <a:pt x="604470" y="1599940"/>
                    <a:pt x="694411" y="1402569"/>
                    <a:pt x="826824" y="120020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8" name="กลุ่ม 17"/>
          <p:cNvGrpSpPr/>
          <p:nvPr/>
        </p:nvGrpSpPr>
        <p:grpSpPr>
          <a:xfrm>
            <a:off x="5532325" y="223871"/>
            <a:ext cx="1881364" cy="1514007"/>
            <a:chOff x="3020419" y="1873770"/>
            <a:chExt cx="2452459" cy="1978702"/>
          </a:xfrm>
        </p:grpSpPr>
        <p:sp>
          <p:nvSpPr>
            <p:cNvPr id="19" name="รูปแบบอิสระ 18"/>
            <p:cNvSpPr/>
            <p:nvPr/>
          </p:nvSpPr>
          <p:spPr>
            <a:xfrm rot="19853835" flipH="1">
              <a:off x="3020419" y="1916003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0" name="รูปแบบอิสระ 19"/>
            <p:cNvSpPr/>
            <p:nvPr/>
          </p:nvSpPr>
          <p:spPr>
            <a:xfrm rot="1746165">
              <a:off x="5073599" y="1916004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1" name="วงรี 20"/>
            <p:cNvSpPr/>
            <p:nvPr/>
          </p:nvSpPr>
          <p:spPr>
            <a:xfrm>
              <a:off x="3342807" y="1873770"/>
              <a:ext cx="1918740" cy="1978702"/>
            </a:xfrm>
            <a:prstGeom prst="ellipse">
              <a:avLst/>
            </a:prstGeom>
            <a:solidFill>
              <a:srgbClr val="FD33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2" name="วงรี 21"/>
            <p:cNvSpPr/>
            <p:nvPr/>
          </p:nvSpPr>
          <p:spPr>
            <a:xfrm>
              <a:off x="3668396" y="2390749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3" name="วงรี 22"/>
            <p:cNvSpPr/>
            <p:nvPr/>
          </p:nvSpPr>
          <p:spPr>
            <a:xfrm>
              <a:off x="4379625" y="2390749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4" name="รูปแบบอิสระ 23"/>
            <p:cNvSpPr/>
            <p:nvPr/>
          </p:nvSpPr>
          <p:spPr>
            <a:xfrm rot="3310592">
              <a:off x="3854733" y="2758556"/>
              <a:ext cx="894887" cy="991116"/>
            </a:xfrm>
            <a:custGeom>
              <a:avLst/>
              <a:gdLst>
                <a:gd name="connsiteX0" fmla="*/ 826824 w 1668548"/>
                <a:gd name="connsiteY0" fmla="*/ 1200202 h 1975150"/>
                <a:gd name="connsiteX1" fmla="*/ 1261538 w 1668548"/>
                <a:gd name="connsiteY1" fmla="*/ 510655 h 1975150"/>
                <a:gd name="connsiteX2" fmla="*/ 1306509 w 1668548"/>
                <a:gd name="connsiteY2" fmla="*/ 989 h 1975150"/>
                <a:gd name="connsiteX3" fmla="*/ 1666273 w 1668548"/>
                <a:gd name="connsiteY3" fmla="*/ 405724 h 1975150"/>
                <a:gd name="connsiteX4" fmla="*/ 1111637 w 1668548"/>
                <a:gd name="connsiteY4" fmla="*/ 1230183 h 1975150"/>
                <a:gd name="connsiteX5" fmla="*/ 676922 w 1668548"/>
                <a:gd name="connsiteY5" fmla="*/ 1859770 h 1975150"/>
                <a:gd name="connsiteX6" fmla="*/ 2365 w 1668548"/>
                <a:gd name="connsiteY6" fmla="*/ 1964701 h 1975150"/>
                <a:gd name="connsiteX7" fmla="*/ 467060 w 1668548"/>
                <a:gd name="connsiteY7" fmla="*/ 1724858 h 1975150"/>
                <a:gd name="connsiteX8" fmla="*/ 826824 w 1668548"/>
                <a:gd name="connsiteY8" fmla="*/ 1200202 h 197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8548" h="1975150">
                  <a:moveTo>
                    <a:pt x="826824" y="1200202"/>
                  </a:moveTo>
                  <a:cubicBezTo>
                    <a:pt x="959237" y="997835"/>
                    <a:pt x="1181591" y="710524"/>
                    <a:pt x="1261538" y="510655"/>
                  </a:cubicBezTo>
                  <a:cubicBezTo>
                    <a:pt x="1341485" y="310786"/>
                    <a:pt x="1239053" y="18478"/>
                    <a:pt x="1306509" y="989"/>
                  </a:cubicBezTo>
                  <a:cubicBezTo>
                    <a:pt x="1373965" y="-16500"/>
                    <a:pt x="1698752" y="200858"/>
                    <a:pt x="1666273" y="405724"/>
                  </a:cubicBezTo>
                  <a:cubicBezTo>
                    <a:pt x="1633794" y="610590"/>
                    <a:pt x="1276529" y="987842"/>
                    <a:pt x="1111637" y="1230183"/>
                  </a:cubicBezTo>
                  <a:cubicBezTo>
                    <a:pt x="946745" y="1472524"/>
                    <a:pt x="861801" y="1737350"/>
                    <a:pt x="676922" y="1859770"/>
                  </a:cubicBezTo>
                  <a:cubicBezTo>
                    <a:pt x="492043" y="1982190"/>
                    <a:pt x="37342" y="1987186"/>
                    <a:pt x="2365" y="1964701"/>
                  </a:cubicBezTo>
                  <a:cubicBezTo>
                    <a:pt x="-32612" y="1942216"/>
                    <a:pt x="329650" y="1849776"/>
                    <a:pt x="467060" y="1724858"/>
                  </a:cubicBezTo>
                  <a:cubicBezTo>
                    <a:pt x="604470" y="1599940"/>
                    <a:pt x="694411" y="1402569"/>
                    <a:pt x="826824" y="120020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25" name="หัวใจ 24"/>
          <p:cNvSpPr/>
          <p:nvPr/>
        </p:nvSpPr>
        <p:spPr>
          <a:xfrm>
            <a:off x="8780156" y="219540"/>
            <a:ext cx="1480931" cy="1292087"/>
          </a:xfrm>
          <a:prstGeom prst="hear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28" name="กลุ่ม 27"/>
          <p:cNvGrpSpPr/>
          <p:nvPr/>
        </p:nvGrpSpPr>
        <p:grpSpPr>
          <a:xfrm>
            <a:off x="236956" y="2812773"/>
            <a:ext cx="1966825" cy="2100952"/>
            <a:chOff x="4887336" y="542596"/>
            <a:chExt cx="4770118" cy="5111377"/>
          </a:xfrm>
        </p:grpSpPr>
        <p:grpSp>
          <p:nvGrpSpPr>
            <p:cNvPr id="29" name="กลุ่ม 28"/>
            <p:cNvGrpSpPr/>
            <p:nvPr/>
          </p:nvGrpSpPr>
          <p:grpSpPr>
            <a:xfrm>
              <a:off x="6809968" y="4601471"/>
              <a:ext cx="776542" cy="1052502"/>
              <a:chOff x="5239671" y="5022475"/>
              <a:chExt cx="776542" cy="1052502"/>
            </a:xfrm>
            <a:solidFill>
              <a:srgbClr val="FFFF00"/>
            </a:solidFill>
          </p:grpSpPr>
          <p:sp>
            <p:nvSpPr>
              <p:cNvPr id="33" name="สี่เหลี่ยมผืนผ้า 32"/>
              <p:cNvSpPr/>
              <p:nvPr/>
            </p:nvSpPr>
            <p:spPr>
              <a:xfrm>
                <a:off x="5970494" y="5091952"/>
                <a:ext cx="45719" cy="85837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4" name="สี่เหลี่ยมผืนผ้า 33"/>
              <p:cNvSpPr/>
              <p:nvPr/>
            </p:nvSpPr>
            <p:spPr>
              <a:xfrm>
                <a:off x="5767818" y="5181866"/>
                <a:ext cx="45719" cy="85837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5" name="สี่เหลี่ยมผืนผ้า 34"/>
              <p:cNvSpPr/>
              <p:nvPr/>
            </p:nvSpPr>
            <p:spPr>
              <a:xfrm>
                <a:off x="5656379" y="5216605"/>
                <a:ext cx="45719" cy="85837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6" name="สี่เหลี่ยมผืนผ้า 35"/>
              <p:cNvSpPr/>
              <p:nvPr/>
            </p:nvSpPr>
            <p:spPr>
              <a:xfrm>
                <a:off x="5520472" y="5091952"/>
                <a:ext cx="45719" cy="85837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7" name="สี่เหลี่ยมผืนผ้า 36"/>
              <p:cNvSpPr/>
              <p:nvPr/>
            </p:nvSpPr>
            <p:spPr>
              <a:xfrm>
                <a:off x="5370653" y="5022475"/>
                <a:ext cx="45719" cy="85837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8" name="สี่เหลี่ยมผืนผ้า 37"/>
              <p:cNvSpPr/>
              <p:nvPr/>
            </p:nvSpPr>
            <p:spPr>
              <a:xfrm>
                <a:off x="5239671" y="5091952"/>
                <a:ext cx="45719" cy="85837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9" name="สี่เหลี่ยมผืนผ้า 38"/>
              <p:cNvSpPr/>
              <p:nvPr/>
            </p:nvSpPr>
            <p:spPr>
              <a:xfrm>
                <a:off x="5884369" y="5181866"/>
                <a:ext cx="45719" cy="85837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30" name="สี่เหลี่ยมผืนผ้า 29"/>
            <p:cNvSpPr/>
            <p:nvPr/>
          </p:nvSpPr>
          <p:spPr>
            <a:xfrm>
              <a:off x="6592268" y="4127623"/>
              <a:ext cx="1211943" cy="8128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1" name="สี่เหลี่ยมผืนผ้า 30"/>
            <p:cNvSpPr/>
            <p:nvPr/>
          </p:nvSpPr>
          <p:spPr>
            <a:xfrm>
              <a:off x="6592268" y="542596"/>
              <a:ext cx="1211943" cy="8128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2" name="วงรี 31"/>
            <p:cNvSpPr/>
            <p:nvPr/>
          </p:nvSpPr>
          <p:spPr>
            <a:xfrm>
              <a:off x="4887336" y="922197"/>
              <a:ext cx="4770118" cy="365247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44" name="กลุ่ม 43"/>
          <p:cNvGrpSpPr/>
          <p:nvPr/>
        </p:nvGrpSpPr>
        <p:grpSpPr>
          <a:xfrm>
            <a:off x="3307375" y="3097145"/>
            <a:ext cx="2560821" cy="1244605"/>
            <a:chOff x="4404171" y="2474843"/>
            <a:chExt cx="3873986" cy="1244605"/>
          </a:xfrm>
          <a:solidFill>
            <a:srgbClr val="F8E708"/>
          </a:solidFill>
        </p:grpSpPr>
        <p:sp>
          <p:nvSpPr>
            <p:cNvPr id="42" name="รูปแบบอิสระ 41"/>
            <p:cNvSpPr/>
            <p:nvPr/>
          </p:nvSpPr>
          <p:spPr>
            <a:xfrm rot="16200000">
              <a:off x="4750365" y="2128649"/>
              <a:ext cx="1244605" cy="1936993"/>
            </a:xfrm>
            <a:custGeom>
              <a:avLst/>
              <a:gdLst>
                <a:gd name="connsiteX0" fmla="*/ 0 w 623662"/>
                <a:gd name="connsiteY0" fmla="*/ 0 h 913308"/>
                <a:gd name="connsiteX1" fmla="*/ 623662 w 623662"/>
                <a:gd name="connsiteY1" fmla="*/ 7 h 913308"/>
                <a:gd name="connsiteX2" fmla="*/ 290712 w 623662"/>
                <a:gd name="connsiteY2" fmla="*/ 456654 h 913308"/>
                <a:gd name="connsiteX3" fmla="*/ 623662 w 623662"/>
                <a:gd name="connsiteY3" fmla="*/ 913300 h 913308"/>
                <a:gd name="connsiteX4" fmla="*/ 0 w 623662"/>
                <a:gd name="connsiteY4" fmla="*/ 913308 h 91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3662" h="913308">
                  <a:moveTo>
                    <a:pt x="0" y="0"/>
                  </a:moveTo>
                  <a:lnTo>
                    <a:pt x="623662" y="7"/>
                  </a:lnTo>
                  <a:lnTo>
                    <a:pt x="290712" y="456654"/>
                  </a:lnTo>
                  <a:lnTo>
                    <a:pt x="623662" y="913300"/>
                  </a:lnTo>
                  <a:lnTo>
                    <a:pt x="0" y="9133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3" name="รูปแบบอิสระ 42"/>
            <p:cNvSpPr/>
            <p:nvPr/>
          </p:nvSpPr>
          <p:spPr>
            <a:xfrm rot="16200000">
              <a:off x="6687358" y="2128649"/>
              <a:ext cx="1244605" cy="1936993"/>
            </a:xfrm>
            <a:custGeom>
              <a:avLst/>
              <a:gdLst>
                <a:gd name="connsiteX0" fmla="*/ 0 w 623662"/>
                <a:gd name="connsiteY0" fmla="*/ 0 h 913308"/>
                <a:gd name="connsiteX1" fmla="*/ 623662 w 623662"/>
                <a:gd name="connsiteY1" fmla="*/ 7 h 913308"/>
                <a:gd name="connsiteX2" fmla="*/ 290712 w 623662"/>
                <a:gd name="connsiteY2" fmla="*/ 456654 h 913308"/>
                <a:gd name="connsiteX3" fmla="*/ 623662 w 623662"/>
                <a:gd name="connsiteY3" fmla="*/ 913300 h 913308"/>
                <a:gd name="connsiteX4" fmla="*/ 0 w 623662"/>
                <a:gd name="connsiteY4" fmla="*/ 913308 h 91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3662" h="913308">
                  <a:moveTo>
                    <a:pt x="0" y="0"/>
                  </a:moveTo>
                  <a:lnTo>
                    <a:pt x="623662" y="7"/>
                  </a:lnTo>
                  <a:lnTo>
                    <a:pt x="290712" y="456654"/>
                  </a:lnTo>
                  <a:lnTo>
                    <a:pt x="623662" y="913300"/>
                  </a:lnTo>
                  <a:lnTo>
                    <a:pt x="0" y="9133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513875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มุมมน 1"/>
          <p:cNvSpPr/>
          <p:nvPr/>
        </p:nvSpPr>
        <p:spPr>
          <a:xfrm>
            <a:off x="3970230" y="268891"/>
            <a:ext cx="4303198" cy="1001972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วิธีเล่น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4948" y="1642820"/>
            <a:ext cx="11313763" cy="4974956"/>
          </a:xfrm>
          <a:prstGeom prst="roundRect">
            <a:avLst/>
          </a:prstGeom>
          <a:solidFill>
            <a:srgbClr val="DCD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7" name="กล่องข้อความ 6"/>
          <p:cNvSpPr txBox="1"/>
          <p:nvPr/>
        </p:nvSpPr>
        <p:spPr>
          <a:xfrm>
            <a:off x="844062" y="1967390"/>
            <a:ext cx="1030458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5500" dirty="0" smtClean="0">
                <a:latin typeface="Cordia New (เนื้อความ)"/>
              </a:rPr>
              <a:t>การบังคับ</a:t>
            </a:r>
            <a:endParaRPr lang="th-TH" sz="5500" dirty="0">
              <a:latin typeface="Cordia New (เนื้อความ)"/>
            </a:endParaRPr>
          </a:p>
        </p:txBody>
      </p:sp>
      <p:grpSp>
        <p:nvGrpSpPr>
          <p:cNvPr id="8" name="กลุ่ม 7"/>
          <p:cNvGrpSpPr/>
          <p:nvPr/>
        </p:nvGrpSpPr>
        <p:grpSpPr>
          <a:xfrm>
            <a:off x="5119462" y="3492232"/>
            <a:ext cx="2188936" cy="2443290"/>
            <a:chOff x="1327758" y="1327760"/>
            <a:chExt cx="1515649" cy="1678488"/>
          </a:xfrm>
        </p:grpSpPr>
        <p:grpSp>
          <p:nvGrpSpPr>
            <p:cNvPr id="9" name="กลุ่ม 8"/>
            <p:cNvGrpSpPr/>
            <p:nvPr/>
          </p:nvGrpSpPr>
          <p:grpSpPr>
            <a:xfrm>
              <a:off x="1327758" y="1327760"/>
              <a:ext cx="1515649" cy="1678488"/>
              <a:chOff x="7490564" y="1979112"/>
              <a:chExt cx="1515649" cy="1678488"/>
            </a:xfrm>
          </p:grpSpPr>
          <p:sp>
            <p:nvSpPr>
              <p:cNvPr id="12" name="สี่เหลี่ยมผืนผ้า 11"/>
              <p:cNvSpPr/>
              <p:nvPr/>
            </p:nvSpPr>
            <p:spPr>
              <a:xfrm>
                <a:off x="7835031" y="2931091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3" name="สี่เหลี่ยมผืนผ้า 12"/>
              <p:cNvSpPr/>
              <p:nvPr/>
            </p:nvSpPr>
            <p:spPr>
              <a:xfrm>
                <a:off x="8414359" y="2906039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4" name="สี่เหลี่ยมผืนผ้ามุมมน 13"/>
              <p:cNvSpPr/>
              <p:nvPr/>
            </p:nvSpPr>
            <p:spPr>
              <a:xfrm>
                <a:off x="7490564" y="1979112"/>
                <a:ext cx="1515649" cy="1265127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0" name="สี่เหลี่ยมผืนผ้า 9"/>
            <p:cNvSpPr/>
            <p:nvPr/>
          </p:nvSpPr>
          <p:spPr>
            <a:xfrm>
              <a:off x="1622120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สี่เหลี่ยมผืนผ้า 10"/>
            <p:cNvSpPr/>
            <p:nvPr/>
          </p:nvSpPr>
          <p:spPr>
            <a:xfrm>
              <a:off x="2166604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5" name="ลูกศรขวา 14"/>
          <p:cNvSpPr/>
          <p:nvPr/>
        </p:nvSpPr>
        <p:spPr>
          <a:xfrm>
            <a:off x="7922641" y="3919465"/>
            <a:ext cx="2657263" cy="116715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3500" dirty="0" smtClean="0">
                <a:solidFill>
                  <a:schemeClr val="tx1"/>
                </a:solidFill>
              </a:rPr>
              <a:t>ไปข้างหน้า</a:t>
            </a:r>
            <a:endParaRPr lang="th-TH" sz="3500" dirty="0">
              <a:solidFill>
                <a:schemeClr val="tx1"/>
              </a:solidFill>
            </a:endParaRPr>
          </a:p>
        </p:txBody>
      </p:sp>
      <p:sp>
        <p:nvSpPr>
          <p:cNvPr id="16" name="ลูกศรขวา 15"/>
          <p:cNvSpPr/>
          <p:nvPr/>
        </p:nvSpPr>
        <p:spPr>
          <a:xfrm flipH="1">
            <a:off x="1927960" y="3829443"/>
            <a:ext cx="2657263" cy="116715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3500" dirty="0" smtClean="0">
                <a:solidFill>
                  <a:schemeClr val="tx1"/>
                </a:solidFill>
              </a:rPr>
              <a:t>ไปข้างหลัง</a:t>
            </a:r>
          </a:p>
        </p:txBody>
      </p:sp>
      <p:sp>
        <p:nvSpPr>
          <p:cNvPr id="17" name="ลูกศรขวา 16"/>
          <p:cNvSpPr/>
          <p:nvPr/>
        </p:nvSpPr>
        <p:spPr>
          <a:xfrm rot="16200000">
            <a:off x="5600561" y="2282449"/>
            <a:ext cx="1303472" cy="86718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3500" dirty="0">
              <a:solidFill>
                <a:schemeClr val="tx1"/>
              </a:solidFill>
            </a:endParaRPr>
          </a:p>
        </p:txBody>
      </p:sp>
      <p:sp>
        <p:nvSpPr>
          <p:cNvPr id="18" name="กล่องข้อความ 17"/>
          <p:cNvSpPr txBox="1"/>
          <p:nvPr/>
        </p:nvSpPr>
        <p:spPr>
          <a:xfrm>
            <a:off x="7073953" y="2505802"/>
            <a:ext cx="1843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400" dirty="0" smtClean="0"/>
              <a:t>กระโดด</a:t>
            </a:r>
            <a:endParaRPr lang="th-TH" sz="4400" dirty="0"/>
          </a:p>
        </p:txBody>
      </p:sp>
    </p:spTree>
    <p:extLst>
      <p:ext uri="{BB962C8B-B14F-4D97-AF65-F5344CB8AC3E}">
        <p14:creationId xmlns:p14="http://schemas.microsoft.com/office/powerpoint/2010/main" val="3288999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มุมมน 1"/>
          <p:cNvSpPr/>
          <p:nvPr/>
        </p:nvSpPr>
        <p:spPr>
          <a:xfrm>
            <a:off x="3970230" y="434267"/>
            <a:ext cx="4303198" cy="1001972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วิธีเล่น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3" name="สี่เหลี่ยมผืนผ้ามุมมน 2"/>
          <p:cNvSpPr/>
          <p:nvPr/>
        </p:nvSpPr>
        <p:spPr>
          <a:xfrm>
            <a:off x="464947" y="1593587"/>
            <a:ext cx="11313763" cy="4974956"/>
          </a:xfrm>
          <a:prstGeom prst="roundRect">
            <a:avLst/>
          </a:prstGeom>
          <a:solidFill>
            <a:srgbClr val="DCD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กล่องข้อความ 3"/>
          <p:cNvSpPr txBox="1"/>
          <p:nvPr/>
        </p:nvSpPr>
        <p:spPr>
          <a:xfrm>
            <a:off x="893500" y="2376369"/>
            <a:ext cx="1088521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500" dirty="0" smtClean="0"/>
              <a:t>1.ตั้งชื่อของผู้เล่นทั้งสอง</a:t>
            </a:r>
          </a:p>
          <a:p>
            <a:r>
              <a:rPr lang="th-TH" sz="3500" dirty="0" smtClean="0"/>
              <a:t>1.1 ผู้เล่น		 ใช้ปุ่มลูกศร ในการเล่น</a:t>
            </a:r>
          </a:p>
          <a:p>
            <a:endParaRPr lang="th-TH" sz="3500" dirty="0" smtClean="0"/>
          </a:p>
          <a:p>
            <a:endParaRPr lang="th-TH" sz="3500" dirty="0" smtClean="0"/>
          </a:p>
          <a:p>
            <a:r>
              <a:rPr lang="th-TH" sz="3500" dirty="0" smtClean="0"/>
              <a:t>1.2 ผู้เล่น                        ใช้ปุ่ม </a:t>
            </a:r>
            <a:r>
              <a:rPr lang="en-US" sz="3500" dirty="0" smtClean="0"/>
              <a:t>W A D</a:t>
            </a:r>
            <a:r>
              <a:rPr lang="th-TH" sz="3500" dirty="0" smtClean="0"/>
              <a:t> ในการเล่น</a:t>
            </a:r>
          </a:p>
          <a:p>
            <a:endParaRPr lang="th-TH" sz="3500" dirty="0"/>
          </a:p>
          <a:p>
            <a:endParaRPr lang="th-TH" sz="3500" dirty="0"/>
          </a:p>
        </p:txBody>
      </p:sp>
      <p:grpSp>
        <p:nvGrpSpPr>
          <p:cNvPr id="6" name="กลุ่ม 5"/>
          <p:cNvGrpSpPr/>
          <p:nvPr/>
        </p:nvGrpSpPr>
        <p:grpSpPr>
          <a:xfrm>
            <a:off x="2590241" y="3104053"/>
            <a:ext cx="840412" cy="930705"/>
            <a:chOff x="1327758" y="1327760"/>
            <a:chExt cx="1515649" cy="1678488"/>
          </a:xfrm>
        </p:grpSpPr>
        <p:grpSp>
          <p:nvGrpSpPr>
            <p:cNvPr id="7" name="กลุ่ม 6"/>
            <p:cNvGrpSpPr/>
            <p:nvPr/>
          </p:nvGrpSpPr>
          <p:grpSpPr>
            <a:xfrm>
              <a:off x="1327758" y="1327760"/>
              <a:ext cx="1515649" cy="1678488"/>
              <a:chOff x="7490564" y="1979112"/>
              <a:chExt cx="1515649" cy="1678488"/>
            </a:xfrm>
          </p:grpSpPr>
          <p:sp>
            <p:nvSpPr>
              <p:cNvPr id="10" name="สี่เหลี่ยมผืนผ้า 9"/>
              <p:cNvSpPr/>
              <p:nvPr/>
            </p:nvSpPr>
            <p:spPr>
              <a:xfrm>
                <a:off x="7835031" y="2931091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สี่เหลี่ยมผืนผ้า 10"/>
              <p:cNvSpPr/>
              <p:nvPr/>
            </p:nvSpPr>
            <p:spPr>
              <a:xfrm>
                <a:off x="8414359" y="2906039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2" name="สี่เหลี่ยมผืนผ้ามุมมน 11"/>
              <p:cNvSpPr/>
              <p:nvPr/>
            </p:nvSpPr>
            <p:spPr>
              <a:xfrm>
                <a:off x="7490564" y="1979112"/>
                <a:ext cx="1515649" cy="1265127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8" name="สี่เหลี่ยมผืนผ้า 7"/>
            <p:cNvSpPr/>
            <p:nvPr/>
          </p:nvSpPr>
          <p:spPr>
            <a:xfrm>
              <a:off x="1622120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 8"/>
            <p:cNvSpPr/>
            <p:nvPr/>
          </p:nvSpPr>
          <p:spPr>
            <a:xfrm>
              <a:off x="2166604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6" name="สี่เหลี่ยมผืนผ้ามุมมน 15"/>
          <p:cNvSpPr/>
          <p:nvPr/>
        </p:nvSpPr>
        <p:spPr>
          <a:xfrm>
            <a:off x="7287970" y="2556394"/>
            <a:ext cx="812800" cy="6736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ลูกศรซ้าย 16"/>
          <p:cNvSpPr/>
          <p:nvPr/>
        </p:nvSpPr>
        <p:spPr>
          <a:xfrm>
            <a:off x="7444769" y="2717833"/>
            <a:ext cx="499201" cy="350750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สี่เหลี่ยมผืนผ้ามุมมน 17"/>
          <p:cNvSpPr/>
          <p:nvPr/>
        </p:nvSpPr>
        <p:spPr>
          <a:xfrm>
            <a:off x="8273428" y="1795112"/>
            <a:ext cx="812800" cy="6736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ลูกศรซ้าย 18"/>
          <p:cNvSpPr/>
          <p:nvPr/>
        </p:nvSpPr>
        <p:spPr>
          <a:xfrm rot="5400000">
            <a:off x="8430227" y="1956551"/>
            <a:ext cx="499201" cy="350750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สี่เหลี่ยมผืนผ้ามุมมน 19"/>
          <p:cNvSpPr/>
          <p:nvPr/>
        </p:nvSpPr>
        <p:spPr>
          <a:xfrm>
            <a:off x="9298567" y="2556394"/>
            <a:ext cx="812800" cy="6736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ลูกศรซ้าย 20"/>
          <p:cNvSpPr/>
          <p:nvPr/>
        </p:nvSpPr>
        <p:spPr>
          <a:xfrm rot="10800000">
            <a:off x="9455366" y="2717833"/>
            <a:ext cx="499201" cy="350750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2" name="สี่เหลี่ยมผืนผ้ามุมมน 21"/>
          <p:cNvSpPr/>
          <p:nvPr/>
        </p:nvSpPr>
        <p:spPr>
          <a:xfrm>
            <a:off x="7654375" y="4556132"/>
            <a:ext cx="812800" cy="6736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3" name="กล่องข้อความ 22"/>
          <p:cNvSpPr txBox="1"/>
          <p:nvPr/>
        </p:nvSpPr>
        <p:spPr>
          <a:xfrm>
            <a:off x="7828323" y="4538867"/>
            <a:ext cx="526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/>
              <a:t>A</a:t>
            </a:r>
            <a:endParaRPr lang="th-TH" sz="4400" b="1" dirty="0"/>
          </a:p>
        </p:txBody>
      </p:sp>
      <p:sp>
        <p:nvSpPr>
          <p:cNvPr id="24" name="สี่เหลี่ยมผืนผ้ามุมมน 23"/>
          <p:cNvSpPr/>
          <p:nvPr/>
        </p:nvSpPr>
        <p:spPr>
          <a:xfrm>
            <a:off x="8602571" y="3634038"/>
            <a:ext cx="812800" cy="6736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5" name="กล่องข้อความ 24"/>
          <p:cNvSpPr txBox="1"/>
          <p:nvPr/>
        </p:nvSpPr>
        <p:spPr>
          <a:xfrm>
            <a:off x="8660959" y="3696345"/>
            <a:ext cx="6960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W</a:t>
            </a:r>
            <a:endParaRPr lang="th-TH" sz="4400" b="1" dirty="0"/>
          </a:p>
        </p:txBody>
      </p:sp>
      <p:sp>
        <p:nvSpPr>
          <p:cNvPr id="26" name="สี่เหลี่ยมผืนผ้ามุมมน 25"/>
          <p:cNvSpPr/>
          <p:nvPr/>
        </p:nvSpPr>
        <p:spPr>
          <a:xfrm>
            <a:off x="9664972" y="4575030"/>
            <a:ext cx="812800" cy="6736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7" name="กล่องข้อความ 26"/>
          <p:cNvSpPr txBox="1"/>
          <p:nvPr/>
        </p:nvSpPr>
        <p:spPr>
          <a:xfrm>
            <a:off x="9723360" y="4575030"/>
            <a:ext cx="5405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/>
              <a:t>D</a:t>
            </a:r>
            <a:endParaRPr lang="th-TH" sz="4400" b="1" dirty="0"/>
          </a:p>
        </p:txBody>
      </p:sp>
      <p:grpSp>
        <p:nvGrpSpPr>
          <p:cNvPr id="28" name="กลุ่ม 27"/>
          <p:cNvGrpSpPr/>
          <p:nvPr/>
        </p:nvGrpSpPr>
        <p:grpSpPr>
          <a:xfrm>
            <a:off x="2675534" y="4616015"/>
            <a:ext cx="853884" cy="941914"/>
            <a:chOff x="1327758" y="1327760"/>
            <a:chExt cx="1515649" cy="1678488"/>
          </a:xfrm>
        </p:grpSpPr>
        <p:grpSp>
          <p:nvGrpSpPr>
            <p:cNvPr id="29" name="กลุ่ม 28"/>
            <p:cNvGrpSpPr/>
            <p:nvPr/>
          </p:nvGrpSpPr>
          <p:grpSpPr>
            <a:xfrm>
              <a:off x="1327758" y="1327760"/>
              <a:ext cx="1515649" cy="1678488"/>
              <a:chOff x="7490564" y="1979112"/>
              <a:chExt cx="1515649" cy="1678488"/>
            </a:xfrm>
          </p:grpSpPr>
          <p:sp>
            <p:nvSpPr>
              <p:cNvPr id="32" name="สี่เหลี่ยมผืนผ้า 31"/>
              <p:cNvSpPr/>
              <p:nvPr/>
            </p:nvSpPr>
            <p:spPr>
              <a:xfrm>
                <a:off x="7835031" y="2931091"/>
                <a:ext cx="256784" cy="72650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3" name="สี่เหลี่ยมผืนผ้า 32"/>
              <p:cNvSpPr/>
              <p:nvPr/>
            </p:nvSpPr>
            <p:spPr>
              <a:xfrm>
                <a:off x="8414359" y="2906039"/>
                <a:ext cx="256784" cy="72650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4" name="สี่เหลี่ยมผืนผ้ามุมมน 33"/>
              <p:cNvSpPr/>
              <p:nvPr/>
            </p:nvSpPr>
            <p:spPr>
              <a:xfrm>
                <a:off x="7490564" y="1979112"/>
                <a:ext cx="1515649" cy="1265127"/>
              </a:xfrm>
              <a:prstGeom prst="roundRect">
                <a:avLst/>
              </a:prstGeom>
              <a:solidFill>
                <a:srgbClr val="33CC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30" name="สี่เหลี่ยมผืนผ้า 29"/>
            <p:cNvSpPr/>
            <p:nvPr/>
          </p:nvSpPr>
          <p:spPr>
            <a:xfrm>
              <a:off x="1622120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1" name="สี่เหลี่ยมผืนผ้า 30"/>
            <p:cNvSpPr/>
            <p:nvPr/>
          </p:nvSpPr>
          <p:spPr>
            <a:xfrm>
              <a:off x="2166604" y="1621260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925286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มุมมน 1"/>
          <p:cNvSpPr/>
          <p:nvPr/>
        </p:nvSpPr>
        <p:spPr>
          <a:xfrm>
            <a:off x="3970230" y="434267"/>
            <a:ext cx="4303198" cy="1001972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วิธีเล่น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3" name="สี่เหลี่ยมผืนผ้ามุมมน 2"/>
          <p:cNvSpPr/>
          <p:nvPr/>
        </p:nvSpPr>
        <p:spPr>
          <a:xfrm>
            <a:off x="464947" y="1593587"/>
            <a:ext cx="11313763" cy="4974956"/>
          </a:xfrm>
          <a:prstGeom prst="roundRect">
            <a:avLst/>
          </a:prstGeom>
          <a:solidFill>
            <a:srgbClr val="DCD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กล่องข้อความ 3"/>
          <p:cNvSpPr txBox="1"/>
          <p:nvPr/>
        </p:nvSpPr>
        <p:spPr>
          <a:xfrm>
            <a:off x="893500" y="2376369"/>
            <a:ext cx="97971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h-TH" sz="3500" dirty="0"/>
          </a:p>
          <a:p>
            <a:endParaRPr lang="th-TH" sz="3500" dirty="0"/>
          </a:p>
        </p:txBody>
      </p:sp>
      <p:sp>
        <p:nvSpPr>
          <p:cNvPr id="31" name="กล่องข้อความ 30"/>
          <p:cNvSpPr txBox="1"/>
          <p:nvPr/>
        </p:nvSpPr>
        <p:spPr>
          <a:xfrm>
            <a:off x="893500" y="1952451"/>
            <a:ext cx="100793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 smtClean="0"/>
              <a:t>2. ในการเล่นนั้น ผู้เล่นทั้งสองคนต้องแข่งกันเก็บแต้มในได้มากที่สุด โดยมีทั้งหมด 2 ด่าน ในแต่ละด่านผู้เล่นจะมีพลังชีวิต คนละ 5 ชีวิต ใครเก็บแต้มได้มากที่สุดเป็น ผู้ชนะ</a:t>
            </a:r>
          </a:p>
          <a:p>
            <a:endParaRPr lang="th-TH" dirty="0"/>
          </a:p>
          <a:p>
            <a:endParaRPr lang="th-TH" dirty="0" smtClean="0"/>
          </a:p>
          <a:p>
            <a:r>
              <a:rPr lang="th-TH" dirty="0" smtClean="0"/>
              <a:t>2.1</a:t>
            </a:r>
          </a:p>
        </p:txBody>
      </p:sp>
      <p:sp>
        <p:nvSpPr>
          <p:cNvPr id="44" name="กล่องข้อความ 43"/>
          <p:cNvSpPr txBox="1"/>
          <p:nvPr/>
        </p:nvSpPr>
        <p:spPr>
          <a:xfrm>
            <a:off x="3491434" y="4369303"/>
            <a:ext cx="213908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500" dirty="0"/>
              <a:t>+ 5</a:t>
            </a:r>
            <a:r>
              <a:rPr lang="th-TH" sz="3500" dirty="0" smtClean="0"/>
              <a:t>คะแนน</a:t>
            </a:r>
            <a:endParaRPr lang="th-TH" sz="3500" dirty="0"/>
          </a:p>
        </p:txBody>
      </p:sp>
      <p:grpSp>
        <p:nvGrpSpPr>
          <p:cNvPr id="45" name="กลุ่ม 44"/>
          <p:cNvGrpSpPr/>
          <p:nvPr/>
        </p:nvGrpSpPr>
        <p:grpSpPr>
          <a:xfrm>
            <a:off x="6912795" y="4029896"/>
            <a:ext cx="1555616" cy="1265467"/>
            <a:chOff x="3020419" y="1873770"/>
            <a:chExt cx="2452459" cy="1978702"/>
          </a:xfrm>
        </p:grpSpPr>
        <p:sp>
          <p:nvSpPr>
            <p:cNvPr id="46" name="รูปแบบอิสระ 45"/>
            <p:cNvSpPr/>
            <p:nvPr/>
          </p:nvSpPr>
          <p:spPr>
            <a:xfrm rot="19853835" flipH="1">
              <a:off x="3020419" y="1916003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7" name="รูปแบบอิสระ 46"/>
            <p:cNvSpPr/>
            <p:nvPr/>
          </p:nvSpPr>
          <p:spPr>
            <a:xfrm rot="1746165">
              <a:off x="5073599" y="1916004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8" name="วงรี 47"/>
            <p:cNvSpPr/>
            <p:nvPr/>
          </p:nvSpPr>
          <p:spPr>
            <a:xfrm>
              <a:off x="3342807" y="1873770"/>
              <a:ext cx="1918740" cy="1978702"/>
            </a:xfrm>
            <a:prstGeom prst="ellipse">
              <a:avLst/>
            </a:prstGeom>
            <a:solidFill>
              <a:srgbClr val="FD33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9" name="วงรี 48"/>
            <p:cNvSpPr/>
            <p:nvPr/>
          </p:nvSpPr>
          <p:spPr>
            <a:xfrm>
              <a:off x="3767527" y="2400923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0" name="วงรี 49"/>
            <p:cNvSpPr/>
            <p:nvPr/>
          </p:nvSpPr>
          <p:spPr>
            <a:xfrm>
              <a:off x="4514537" y="2400924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1" name="รูปแบบอิสระ 50"/>
            <p:cNvSpPr/>
            <p:nvPr/>
          </p:nvSpPr>
          <p:spPr>
            <a:xfrm rot="3310592">
              <a:off x="3854733" y="2758556"/>
              <a:ext cx="894887" cy="991116"/>
            </a:xfrm>
            <a:custGeom>
              <a:avLst/>
              <a:gdLst>
                <a:gd name="connsiteX0" fmla="*/ 826824 w 1668548"/>
                <a:gd name="connsiteY0" fmla="*/ 1200202 h 1975150"/>
                <a:gd name="connsiteX1" fmla="*/ 1261538 w 1668548"/>
                <a:gd name="connsiteY1" fmla="*/ 510655 h 1975150"/>
                <a:gd name="connsiteX2" fmla="*/ 1306509 w 1668548"/>
                <a:gd name="connsiteY2" fmla="*/ 989 h 1975150"/>
                <a:gd name="connsiteX3" fmla="*/ 1666273 w 1668548"/>
                <a:gd name="connsiteY3" fmla="*/ 405724 h 1975150"/>
                <a:gd name="connsiteX4" fmla="*/ 1111637 w 1668548"/>
                <a:gd name="connsiteY4" fmla="*/ 1230183 h 1975150"/>
                <a:gd name="connsiteX5" fmla="*/ 676922 w 1668548"/>
                <a:gd name="connsiteY5" fmla="*/ 1859770 h 1975150"/>
                <a:gd name="connsiteX6" fmla="*/ 2365 w 1668548"/>
                <a:gd name="connsiteY6" fmla="*/ 1964701 h 1975150"/>
                <a:gd name="connsiteX7" fmla="*/ 467060 w 1668548"/>
                <a:gd name="connsiteY7" fmla="*/ 1724858 h 1975150"/>
                <a:gd name="connsiteX8" fmla="*/ 826824 w 1668548"/>
                <a:gd name="connsiteY8" fmla="*/ 1200202 h 197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8548" h="1975150">
                  <a:moveTo>
                    <a:pt x="826824" y="1200202"/>
                  </a:moveTo>
                  <a:cubicBezTo>
                    <a:pt x="959237" y="997835"/>
                    <a:pt x="1181591" y="710524"/>
                    <a:pt x="1261538" y="510655"/>
                  </a:cubicBezTo>
                  <a:cubicBezTo>
                    <a:pt x="1341485" y="310786"/>
                    <a:pt x="1239053" y="18478"/>
                    <a:pt x="1306509" y="989"/>
                  </a:cubicBezTo>
                  <a:cubicBezTo>
                    <a:pt x="1373965" y="-16500"/>
                    <a:pt x="1698752" y="200858"/>
                    <a:pt x="1666273" y="405724"/>
                  </a:cubicBezTo>
                  <a:cubicBezTo>
                    <a:pt x="1633794" y="610590"/>
                    <a:pt x="1276529" y="987842"/>
                    <a:pt x="1111637" y="1230183"/>
                  </a:cubicBezTo>
                  <a:cubicBezTo>
                    <a:pt x="946745" y="1472524"/>
                    <a:pt x="861801" y="1737350"/>
                    <a:pt x="676922" y="1859770"/>
                  </a:cubicBezTo>
                  <a:cubicBezTo>
                    <a:pt x="492043" y="1982190"/>
                    <a:pt x="37342" y="1987186"/>
                    <a:pt x="2365" y="1964701"/>
                  </a:cubicBezTo>
                  <a:cubicBezTo>
                    <a:pt x="-32612" y="1942216"/>
                    <a:pt x="329650" y="1849776"/>
                    <a:pt x="467060" y="1724858"/>
                  </a:cubicBezTo>
                  <a:cubicBezTo>
                    <a:pt x="604470" y="1599940"/>
                    <a:pt x="694411" y="1402569"/>
                    <a:pt x="826824" y="120020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52" name="กล่องข้อความ 51"/>
          <p:cNvSpPr txBox="1"/>
          <p:nvPr/>
        </p:nvSpPr>
        <p:spPr>
          <a:xfrm>
            <a:off x="8435799" y="4481157"/>
            <a:ext cx="31522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500" dirty="0" smtClean="0"/>
              <a:t>หักพลังชีวิต 1ชีวิต</a:t>
            </a:r>
            <a:endParaRPr lang="th-TH" sz="3500" dirty="0"/>
          </a:p>
        </p:txBody>
      </p:sp>
      <p:sp>
        <p:nvSpPr>
          <p:cNvPr id="53" name="รูปแบบอิสระ 52"/>
          <p:cNvSpPr/>
          <p:nvPr/>
        </p:nvSpPr>
        <p:spPr>
          <a:xfrm>
            <a:off x="2147488" y="4386465"/>
            <a:ext cx="1338372" cy="633708"/>
          </a:xfrm>
          <a:custGeom>
            <a:avLst/>
            <a:gdLst>
              <a:gd name="connsiteX0" fmla="*/ 27515 w 1338372"/>
              <a:gd name="connsiteY0" fmla="*/ 41010 h 633708"/>
              <a:gd name="connsiteX1" fmla="*/ 51578 w 1338372"/>
              <a:gd name="connsiteY1" fmla="*/ 594463 h 633708"/>
              <a:gd name="connsiteX2" fmla="*/ 592999 w 1338372"/>
              <a:gd name="connsiteY2" fmla="*/ 582431 h 633708"/>
              <a:gd name="connsiteX3" fmla="*/ 1218641 w 1338372"/>
              <a:gd name="connsiteY3" fmla="*/ 534305 h 633708"/>
              <a:gd name="connsiteX4" fmla="*/ 1278799 w 1338372"/>
              <a:gd name="connsiteY4" fmla="*/ 16947 h 633708"/>
              <a:gd name="connsiteX5" fmla="*/ 556904 w 1338372"/>
              <a:gd name="connsiteY5" fmla="*/ 257578 h 633708"/>
              <a:gd name="connsiteX6" fmla="*/ 99704 w 1338372"/>
              <a:gd name="connsiteY6" fmla="*/ 65073 h 633708"/>
              <a:gd name="connsiteX7" fmla="*/ 27515 w 1338372"/>
              <a:gd name="connsiteY7" fmla="*/ 41010 h 633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8372" h="633708">
                <a:moveTo>
                  <a:pt x="27515" y="41010"/>
                </a:moveTo>
                <a:cubicBezTo>
                  <a:pt x="19494" y="129242"/>
                  <a:pt x="-42669" y="504226"/>
                  <a:pt x="51578" y="594463"/>
                </a:cubicBezTo>
                <a:cubicBezTo>
                  <a:pt x="145825" y="684700"/>
                  <a:pt x="398489" y="592457"/>
                  <a:pt x="592999" y="582431"/>
                </a:cubicBezTo>
                <a:cubicBezTo>
                  <a:pt x="787510" y="572405"/>
                  <a:pt x="1104341" y="628552"/>
                  <a:pt x="1218641" y="534305"/>
                </a:cubicBezTo>
                <a:cubicBezTo>
                  <a:pt x="1332941" y="440058"/>
                  <a:pt x="1389088" y="63068"/>
                  <a:pt x="1278799" y="16947"/>
                </a:cubicBezTo>
                <a:cubicBezTo>
                  <a:pt x="1168510" y="-29174"/>
                  <a:pt x="753420" y="249557"/>
                  <a:pt x="556904" y="257578"/>
                </a:cubicBezTo>
                <a:cubicBezTo>
                  <a:pt x="360388" y="265599"/>
                  <a:pt x="183925" y="101168"/>
                  <a:pt x="99704" y="65073"/>
                </a:cubicBezTo>
                <a:cubicBezTo>
                  <a:pt x="15483" y="28978"/>
                  <a:pt x="35536" y="-47222"/>
                  <a:pt x="27515" y="4101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0420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สี่เหลี่ยมผืนผ้ามุมมน 2"/>
          <p:cNvSpPr/>
          <p:nvPr/>
        </p:nvSpPr>
        <p:spPr>
          <a:xfrm>
            <a:off x="3970230" y="434267"/>
            <a:ext cx="4303198" cy="1001972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ผู้จัดทำ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4947" y="1593587"/>
            <a:ext cx="11313763" cy="4974956"/>
          </a:xfrm>
          <a:prstGeom prst="roundRect">
            <a:avLst/>
          </a:prstGeom>
          <a:solidFill>
            <a:srgbClr val="DCD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" name="กล่องข้อความ 4"/>
          <p:cNvSpPr txBox="1"/>
          <p:nvPr/>
        </p:nvSpPr>
        <p:spPr>
          <a:xfrm>
            <a:off x="893500" y="2376369"/>
            <a:ext cx="97971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h-TH" sz="3500" dirty="0"/>
          </a:p>
          <a:p>
            <a:endParaRPr lang="th-TH" sz="3500" dirty="0"/>
          </a:p>
        </p:txBody>
      </p:sp>
      <p:sp>
        <p:nvSpPr>
          <p:cNvPr id="17" name="กล่องข้อความ 16"/>
          <p:cNvSpPr txBox="1"/>
          <p:nvPr/>
        </p:nvSpPr>
        <p:spPr>
          <a:xfrm>
            <a:off x="893500" y="1985211"/>
            <a:ext cx="1052446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4500" dirty="0" smtClean="0">
                <a:latin typeface="Mali" panose="00000500000000000000" pitchFamily="2" charset="-34"/>
                <a:cs typeface="Mali" panose="00000500000000000000" pitchFamily="2" charset="-34"/>
              </a:rPr>
              <a:t>ผู้จัดทำ</a:t>
            </a:r>
            <a:endParaRPr lang="th-TH" sz="4500" dirty="0"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sp>
        <p:nvSpPr>
          <p:cNvPr id="18" name="กล่องข้อความ 17"/>
          <p:cNvSpPr txBox="1"/>
          <p:nvPr/>
        </p:nvSpPr>
        <p:spPr>
          <a:xfrm>
            <a:off x="1191126" y="2982971"/>
            <a:ext cx="99280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300" dirty="0" smtClean="0"/>
              <a:t>นายวุฒิกร ปั้นนาค โรงเรียนพระบางวิทยา</a:t>
            </a:r>
          </a:p>
          <a:p>
            <a:pPr algn="ctr"/>
            <a:r>
              <a:rPr lang="th-TH" sz="3300" dirty="0" smtClean="0"/>
              <a:t>นางสาว</a:t>
            </a:r>
            <a:r>
              <a:rPr lang="th-TH" sz="3300" dirty="0" err="1" smtClean="0"/>
              <a:t>ทิ</a:t>
            </a:r>
            <a:r>
              <a:rPr lang="th-TH" sz="3300" dirty="0" smtClean="0"/>
              <a:t>ชาพร ประทุมมา โรงเรียนพระบางวิทยา</a:t>
            </a:r>
            <a:endParaRPr lang="th-TH" sz="3300" dirty="0"/>
          </a:p>
        </p:txBody>
      </p:sp>
      <p:sp>
        <p:nvSpPr>
          <p:cNvPr id="19" name="กล่องข้อความ 18"/>
          <p:cNvSpPr txBox="1"/>
          <p:nvPr/>
        </p:nvSpPr>
        <p:spPr>
          <a:xfrm>
            <a:off x="893500" y="4306386"/>
            <a:ext cx="1052446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4500" dirty="0" smtClean="0">
                <a:latin typeface="Mali" panose="00000500000000000000" pitchFamily="2" charset="-34"/>
                <a:cs typeface="Mali" panose="00000500000000000000" pitchFamily="2" charset="-34"/>
              </a:rPr>
              <a:t>ครูที่ปรึกษา</a:t>
            </a:r>
          </a:p>
        </p:txBody>
      </p:sp>
      <p:sp>
        <p:nvSpPr>
          <p:cNvPr id="20" name="กล่องข้อความ 19"/>
          <p:cNvSpPr txBox="1"/>
          <p:nvPr/>
        </p:nvSpPr>
        <p:spPr>
          <a:xfrm>
            <a:off x="1157793" y="5243848"/>
            <a:ext cx="99280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300" dirty="0" smtClean="0"/>
              <a:t>ครูลัดดา </a:t>
            </a:r>
            <a:r>
              <a:rPr lang="th-TH" sz="3300" dirty="0" err="1" smtClean="0"/>
              <a:t>เพ็ชสังฆาต</a:t>
            </a:r>
            <a:r>
              <a:rPr lang="th-TH" sz="3300" dirty="0" smtClean="0"/>
              <a:t> โรงเรียนพระบางวิทยา</a:t>
            </a:r>
          </a:p>
          <a:p>
            <a:pPr algn="ctr"/>
            <a:r>
              <a:rPr lang="th-TH" sz="3300" dirty="0" smtClean="0"/>
              <a:t>ครูหทัยชนก ตระกูลจำลอง โรงเรียนพระบางวิทยา</a:t>
            </a:r>
            <a:endParaRPr lang="th-TH" sz="3300" dirty="0"/>
          </a:p>
        </p:txBody>
      </p:sp>
    </p:spTree>
    <p:extLst>
      <p:ext uri="{BB962C8B-B14F-4D97-AF65-F5344CB8AC3E}">
        <p14:creationId xmlns:p14="http://schemas.microsoft.com/office/powerpoint/2010/main" val="1309016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สี่เหลี่ยมผืนผ้ามุมมน 2"/>
          <p:cNvSpPr/>
          <p:nvPr/>
        </p:nvSpPr>
        <p:spPr>
          <a:xfrm>
            <a:off x="1332713" y="1070811"/>
            <a:ext cx="8810251" cy="4701316"/>
          </a:xfrm>
          <a:prstGeom prst="roundRect">
            <a:avLst/>
          </a:prstGeom>
          <a:solidFill>
            <a:srgbClr val="DCD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กล่องข้อความ 3"/>
          <p:cNvSpPr txBox="1"/>
          <p:nvPr/>
        </p:nvSpPr>
        <p:spPr>
          <a:xfrm>
            <a:off x="568291" y="1215559"/>
            <a:ext cx="10339096" cy="1520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h-TH" sz="3500" dirty="0"/>
          </a:p>
          <a:p>
            <a:endParaRPr lang="th-TH" sz="3500" dirty="0"/>
          </a:p>
        </p:txBody>
      </p:sp>
      <p:sp>
        <p:nvSpPr>
          <p:cNvPr id="5" name="กล่องข้อความ 4"/>
          <p:cNvSpPr txBox="1"/>
          <p:nvPr/>
        </p:nvSpPr>
        <p:spPr>
          <a:xfrm>
            <a:off x="1735353" y="1641131"/>
            <a:ext cx="828695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100" dirty="0" smtClean="0"/>
              <a:t>ในการเล่นนั้น ผู้เล่นทั้งสองคนต้องแข่งกันเก็บแต้มในได้มากที่สุด </a:t>
            </a:r>
          </a:p>
          <a:p>
            <a:r>
              <a:rPr lang="th-TH" sz="3100" dirty="0" smtClean="0"/>
              <a:t>โดยมีทั้งหมด 2 ด่าน ในแต่ละด่านผู้เล่นจะมีพลังชีวิต คนละ 5 ชีวิต ใครเก็บแต้มได้มากที่สุดเป็น ผู้ชนะ</a:t>
            </a:r>
          </a:p>
        </p:txBody>
      </p:sp>
      <p:sp>
        <p:nvSpPr>
          <p:cNvPr id="17" name="รูปแบบอิสระ 16"/>
          <p:cNvSpPr/>
          <p:nvPr/>
        </p:nvSpPr>
        <p:spPr>
          <a:xfrm>
            <a:off x="3461186" y="4473536"/>
            <a:ext cx="1115004" cy="616665"/>
          </a:xfrm>
          <a:custGeom>
            <a:avLst/>
            <a:gdLst>
              <a:gd name="connsiteX0" fmla="*/ 27515 w 1338372"/>
              <a:gd name="connsiteY0" fmla="*/ 41010 h 633708"/>
              <a:gd name="connsiteX1" fmla="*/ 51578 w 1338372"/>
              <a:gd name="connsiteY1" fmla="*/ 594463 h 633708"/>
              <a:gd name="connsiteX2" fmla="*/ 592999 w 1338372"/>
              <a:gd name="connsiteY2" fmla="*/ 582431 h 633708"/>
              <a:gd name="connsiteX3" fmla="*/ 1218641 w 1338372"/>
              <a:gd name="connsiteY3" fmla="*/ 534305 h 633708"/>
              <a:gd name="connsiteX4" fmla="*/ 1278799 w 1338372"/>
              <a:gd name="connsiteY4" fmla="*/ 16947 h 633708"/>
              <a:gd name="connsiteX5" fmla="*/ 556904 w 1338372"/>
              <a:gd name="connsiteY5" fmla="*/ 257578 h 633708"/>
              <a:gd name="connsiteX6" fmla="*/ 99704 w 1338372"/>
              <a:gd name="connsiteY6" fmla="*/ 65073 h 633708"/>
              <a:gd name="connsiteX7" fmla="*/ 27515 w 1338372"/>
              <a:gd name="connsiteY7" fmla="*/ 41010 h 633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8372" h="633708">
                <a:moveTo>
                  <a:pt x="27515" y="41010"/>
                </a:moveTo>
                <a:cubicBezTo>
                  <a:pt x="19494" y="129242"/>
                  <a:pt x="-42669" y="504226"/>
                  <a:pt x="51578" y="594463"/>
                </a:cubicBezTo>
                <a:cubicBezTo>
                  <a:pt x="145825" y="684700"/>
                  <a:pt x="398489" y="592457"/>
                  <a:pt x="592999" y="582431"/>
                </a:cubicBezTo>
                <a:cubicBezTo>
                  <a:pt x="787510" y="572405"/>
                  <a:pt x="1104341" y="628552"/>
                  <a:pt x="1218641" y="534305"/>
                </a:cubicBezTo>
                <a:cubicBezTo>
                  <a:pt x="1332941" y="440058"/>
                  <a:pt x="1389088" y="63068"/>
                  <a:pt x="1278799" y="16947"/>
                </a:cubicBezTo>
                <a:cubicBezTo>
                  <a:pt x="1168510" y="-29174"/>
                  <a:pt x="753420" y="249557"/>
                  <a:pt x="556904" y="257578"/>
                </a:cubicBezTo>
                <a:cubicBezTo>
                  <a:pt x="360388" y="265599"/>
                  <a:pt x="183925" y="101168"/>
                  <a:pt x="99704" y="65073"/>
                </a:cubicBezTo>
                <a:cubicBezTo>
                  <a:pt x="15483" y="28978"/>
                  <a:pt x="35536" y="-47222"/>
                  <a:pt x="27515" y="4101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8" name="กลุ่ม 17"/>
          <p:cNvGrpSpPr/>
          <p:nvPr/>
        </p:nvGrpSpPr>
        <p:grpSpPr>
          <a:xfrm>
            <a:off x="7814325" y="4428082"/>
            <a:ext cx="1145997" cy="871857"/>
            <a:chOff x="3020419" y="1873770"/>
            <a:chExt cx="2452459" cy="1978702"/>
          </a:xfrm>
        </p:grpSpPr>
        <p:sp>
          <p:nvSpPr>
            <p:cNvPr id="19" name="รูปแบบอิสระ 18"/>
            <p:cNvSpPr/>
            <p:nvPr/>
          </p:nvSpPr>
          <p:spPr>
            <a:xfrm rot="19853835" flipH="1">
              <a:off x="3020419" y="1916003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0" name="รูปแบบอิสระ 19"/>
            <p:cNvSpPr/>
            <p:nvPr/>
          </p:nvSpPr>
          <p:spPr>
            <a:xfrm rot="1746165">
              <a:off x="5073599" y="1916004"/>
              <a:ext cx="399279" cy="869168"/>
            </a:xfrm>
            <a:custGeom>
              <a:avLst/>
              <a:gdLst>
                <a:gd name="connsiteX0" fmla="*/ 19702 w 555954"/>
                <a:gd name="connsiteY0" fmla="*/ 10438 h 869168"/>
                <a:gd name="connsiteX1" fmla="*/ 35156 w 555954"/>
                <a:gd name="connsiteY1" fmla="*/ 1396 h 869168"/>
                <a:gd name="connsiteX2" fmla="*/ 552681 w 555954"/>
                <a:gd name="connsiteY2" fmla="*/ 572320 h 869168"/>
                <a:gd name="connsiteX3" fmla="*/ 441663 w 555954"/>
                <a:gd name="connsiteY3" fmla="*/ 827881 h 869168"/>
                <a:gd name="connsiteX4" fmla="*/ 414166 w 555954"/>
                <a:gd name="connsiteY4" fmla="*/ 869168 h 869168"/>
                <a:gd name="connsiteX5" fmla="*/ 5086 w 555954"/>
                <a:gd name="connsiteY5" fmla="*/ 584602 h 869168"/>
                <a:gd name="connsiteX6" fmla="*/ 15444 w 555954"/>
                <a:gd name="connsiteY6" fmla="*/ 492530 h 869168"/>
                <a:gd name="connsiteX7" fmla="*/ 19702 w 555954"/>
                <a:gd name="connsiteY7" fmla="*/ 10438 h 869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954" h="869168">
                  <a:moveTo>
                    <a:pt x="19702" y="10438"/>
                  </a:moveTo>
                  <a:cubicBezTo>
                    <a:pt x="23981" y="5994"/>
                    <a:pt x="29091" y="2938"/>
                    <a:pt x="35156" y="1396"/>
                  </a:cubicBezTo>
                  <a:cubicBezTo>
                    <a:pt x="132192" y="-23274"/>
                    <a:pt x="599402" y="283334"/>
                    <a:pt x="552681" y="572320"/>
                  </a:cubicBezTo>
                  <a:cubicBezTo>
                    <a:pt x="541001" y="644567"/>
                    <a:pt x="500120" y="732011"/>
                    <a:pt x="441663" y="827881"/>
                  </a:cubicBezTo>
                  <a:lnTo>
                    <a:pt x="414166" y="869168"/>
                  </a:lnTo>
                  <a:lnTo>
                    <a:pt x="5086" y="584602"/>
                  </a:lnTo>
                  <a:lnTo>
                    <a:pt x="15444" y="492530"/>
                  </a:lnTo>
                  <a:cubicBezTo>
                    <a:pt x="26100" y="276135"/>
                    <a:pt x="-27370" y="59323"/>
                    <a:pt x="19702" y="1043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1" name="วงรี 20"/>
            <p:cNvSpPr/>
            <p:nvPr/>
          </p:nvSpPr>
          <p:spPr>
            <a:xfrm>
              <a:off x="3342807" y="1873770"/>
              <a:ext cx="1918740" cy="1978702"/>
            </a:xfrm>
            <a:prstGeom prst="ellipse">
              <a:avLst/>
            </a:prstGeom>
            <a:solidFill>
              <a:srgbClr val="FD33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2" name="วงรี 21"/>
            <p:cNvSpPr/>
            <p:nvPr/>
          </p:nvSpPr>
          <p:spPr>
            <a:xfrm>
              <a:off x="3767527" y="2400923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3" name="วงรี 22"/>
            <p:cNvSpPr/>
            <p:nvPr/>
          </p:nvSpPr>
          <p:spPr>
            <a:xfrm>
              <a:off x="4514537" y="2400924"/>
              <a:ext cx="269823" cy="25483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4" name="รูปแบบอิสระ 23"/>
            <p:cNvSpPr/>
            <p:nvPr/>
          </p:nvSpPr>
          <p:spPr>
            <a:xfrm rot="3310592">
              <a:off x="3854733" y="2758556"/>
              <a:ext cx="894887" cy="991116"/>
            </a:xfrm>
            <a:custGeom>
              <a:avLst/>
              <a:gdLst>
                <a:gd name="connsiteX0" fmla="*/ 826824 w 1668548"/>
                <a:gd name="connsiteY0" fmla="*/ 1200202 h 1975150"/>
                <a:gd name="connsiteX1" fmla="*/ 1261538 w 1668548"/>
                <a:gd name="connsiteY1" fmla="*/ 510655 h 1975150"/>
                <a:gd name="connsiteX2" fmla="*/ 1306509 w 1668548"/>
                <a:gd name="connsiteY2" fmla="*/ 989 h 1975150"/>
                <a:gd name="connsiteX3" fmla="*/ 1666273 w 1668548"/>
                <a:gd name="connsiteY3" fmla="*/ 405724 h 1975150"/>
                <a:gd name="connsiteX4" fmla="*/ 1111637 w 1668548"/>
                <a:gd name="connsiteY4" fmla="*/ 1230183 h 1975150"/>
                <a:gd name="connsiteX5" fmla="*/ 676922 w 1668548"/>
                <a:gd name="connsiteY5" fmla="*/ 1859770 h 1975150"/>
                <a:gd name="connsiteX6" fmla="*/ 2365 w 1668548"/>
                <a:gd name="connsiteY6" fmla="*/ 1964701 h 1975150"/>
                <a:gd name="connsiteX7" fmla="*/ 467060 w 1668548"/>
                <a:gd name="connsiteY7" fmla="*/ 1724858 h 1975150"/>
                <a:gd name="connsiteX8" fmla="*/ 826824 w 1668548"/>
                <a:gd name="connsiteY8" fmla="*/ 1200202 h 197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8548" h="1975150">
                  <a:moveTo>
                    <a:pt x="826824" y="1200202"/>
                  </a:moveTo>
                  <a:cubicBezTo>
                    <a:pt x="959237" y="997835"/>
                    <a:pt x="1181591" y="710524"/>
                    <a:pt x="1261538" y="510655"/>
                  </a:cubicBezTo>
                  <a:cubicBezTo>
                    <a:pt x="1341485" y="310786"/>
                    <a:pt x="1239053" y="18478"/>
                    <a:pt x="1306509" y="989"/>
                  </a:cubicBezTo>
                  <a:cubicBezTo>
                    <a:pt x="1373965" y="-16500"/>
                    <a:pt x="1698752" y="200858"/>
                    <a:pt x="1666273" y="405724"/>
                  </a:cubicBezTo>
                  <a:cubicBezTo>
                    <a:pt x="1633794" y="610590"/>
                    <a:pt x="1276529" y="987842"/>
                    <a:pt x="1111637" y="1230183"/>
                  </a:cubicBezTo>
                  <a:cubicBezTo>
                    <a:pt x="946745" y="1472524"/>
                    <a:pt x="861801" y="1737350"/>
                    <a:pt x="676922" y="1859770"/>
                  </a:cubicBezTo>
                  <a:cubicBezTo>
                    <a:pt x="492043" y="1982190"/>
                    <a:pt x="37342" y="1987186"/>
                    <a:pt x="2365" y="1964701"/>
                  </a:cubicBezTo>
                  <a:cubicBezTo>
                    <a:pt x="-32612" y="1942216"/>
                    <a:pt x="329650" y="1849776"/>
                    <a:pt x="467060" y="1724858"/>
                  </a:cubicBezTo>
                  <a:cubicBezTo>
                    <a:pt x="604470" y="1599940"/>
                    <a:pt x="694411" y="1402569"/>
                    <a:pt x="826824" y="120020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32" name="กลุ่ม 31"/>
          <p:cNvGrpSpPr/>
          <p:nvPr/>
        </p:nvGrpSpPr>
        <p:grpSpPr>
          <a:xfrm>
            <a:off x="2290230" y="4158728"/>
            <a:ext cx="1329209" cy="1383749"/>
            <a:chOff x="1327758" y="1327760"/>
            <a:chExt cx="1515649" cy="1694842"/>
          </a:xfrm>
        </p:grpSpPr>
        <p:grpSp>
          <p:nvGrpSpPr>
            <p:cNvPr id="33" name="กลุ่ม 32"/>
            <p:cNvGrpSpPr/>
            <p:nvPr/>
          </p:nvGrpSpPr>
          <p:grpSpPr>
            <a:xfrm>
              <a:off x="1327758" y="1327760"/>
              <a:ext cx="1515649" cy="1694842"/>
              <a:chOff x="7490564" y="1979112"/>
              <a:chExt cx="1515649" cy="1694842"/>
            </a:xfrm>
          </p:grpSpPr>
          <p:sp>
            <p:nvSpPr>
              <p:cNvPr id="36" name="สี่เหลี่ยมผืนผ้า 35"/>
              <p:cNvSpPr/>
              <p:nvPr/>
            </p:nvSpPr>
            <p:spPr>
              <a:xfrm>
                <a:off x="7835031" y="2931091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7" name="สี่เหลี่ยมผืนผ้า 36"/>
              <p:cNvSpPr/>
              <p:nvPr/>
            </p:nvSpPr>
            <p:spPr>
              <a:xfrm rot="19841615">
                <a:off x="8653044" y="2947445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8" name="สี่เหลี่ยมผืนผ้ามุมมน 37"/>
              <p:cNvSpPr/>
              <p:nvPr/>
            </p:nvSpPr>
            <p:spPr>
              <a:xfrm>
                <a:off x="7490564" y="1979112"/>
                <a:ext cx="1515649" cy="1265127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34" name="สี่เหลี่ยมผืนผ้า 33"/>
            <p:cNvSpPr/>
            <p:nvPr/>
          </p:nvSpPr>
          <p:spPr>
            <a:xfrm>
              <a:off x="1705869" y="1627958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5" name="สี่เหลี่ยมผืนผ้า 34"/>
            <p:cNvSpPr/>
            <p:nvPr/>
          </p:nvSpPr>
          <p:spPr>
            <a:xfrm>
              <a:off x="2353291" y="1627958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39" name="กล่องข้อความ 38"/>
          <p:cNvSpPr txBox="1"/>
          <p:nvPr/>
        </p:nvSpPr>
        <p:spPr>
          <a:xfrm>
            <a:off x="2694879" y="3518201"/>
            <a:ext cx="1527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 smtClean="0"/>
              <a:t>+ 5 คะแนน</a:t>
            </a:r>
            <a:endParaRPr lang="th-TH" b="1" dirty="0"/>
          </a:p>
        </p:txBody>
      </p:sp>
      <p:grpSp>
        <p:nvGrpSpPr>
          <p:cNvPr id="40" name="กลุ่ม 39"/>
          <p:cNvGrpSpPr/>
          <p:nvPr/>
        </p:nvGrpSpPr>
        <p:grpSpPr>
          <a:xfrm>
            <a:off x="6828925" y="4288270"/>
            <a:ext cx="1329209" cy="1383749"/>
            <a:chOff x="1327758" y="1327760"/>
            <a:chExt cx="1515649" cy="1694842"/>
          </a:xfrm>
        </p:grpSpPr>
        <p:grpSp>
          <p:nvGrpSpPr>
            <p:cNvPr id="41" name="กลุ่ม 40"/>
            <p:cNvGrpSpPr/>
            <p:nvPr/>
          </p:nvGrpSpPr>
          <p:grpSpPr>
            <a:xfrm>
              <a:off x="1327758" y="1327760"/>
              <a:ext cx="1515649" cy="1694842"/>
              <a:chOff x="7490564" y="1979112"/>
              <a:chExt cx="1515649" cy="1694842"/>
            </a:xfrm>
          </p:grpSpPr>
          <p:sp>
            <p:nvSpPr>
              <p:cNvPr id="44" name="สี่เหลี่ยมผืนผ้า 43"/>
              <p:cNvSpPr/>
              <p:nvPr/>
            </p:nvSpPr>
            <p:spPr>
              <a:xfrm>
                <a:off x="7835031" y="2931091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5" name="สี่เหลี่ยมผืนผ้า 44"/>
              <p:cNvSpPr/>
              <p:nvPr/>
            </p:nvSpPr>
            <p:spPr>
              <a:xfrm rot="19841615">
                <a:off x="8653044" y="2947445"/>
                <a:ext cx="256784" cy="726509"/>
              </a:xfrm>
              <a:prstGeom prst="rect">
                <a:avLst/>
              </a:prstGeom>
              <a:solidFill>
                <a:srgbClr val="5FBB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6" name="สี่เหลี่ยมผืนผ้ามุมมน 45"/>
              <p:cNvSpPr/>
              <p:nvPr/>
            </p:nvSpPr>
            <p:spPr>
              <a:xfrm>
                <a:off x="7490564" y="1979112"/>
                <a:ext cx="1515649" cy="1265127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42" name="สี่เหลี่ยมผืนผ้า 41"/>
            <p:cNvSpPr/>
            <p:nvPr/>
          </p:nvSpPr>
          <p:spPr>
            <a:xfrm>
              <a:off x="1705869" y="1627958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3" name="สี่เหลี่ยมผืนผ้า 42"/>
            <p:cNvSpPr/>
            <p:nvPr/>
          </p:nvSpPr>
          <p:spPr>
            <a:xfrm>
              <a:off x="2353291" y="1627958"/>
              <a:ext cx="306889" cy="162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47" name="กล่องข้อความ 46"/>
          <p:cNvSpPr txBox="1"/>
          <p:nvPr/>
        </p:nvSpPr>
        <p:spPr>
          <a:xfrm>
            <a:off x="7131160" y="3500441"/>
            <a:ext cx="1527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 smtClean="0"/>
              <a:t> -1 พลังชีวิต</a:t>
            </a:r>
            <a:endParaRPr lang="th-TH" b="1" dirty="0"/>
          </a:p>
        </p:txBody>
      </p:sp>
    </p:spTree>
    <p:extLst>
      <p:ext uri="{BB962C8B-B14F-4D97-AF65-F5344CB8AC3E}">
        <p14:creationId xmlns:p14="http://schemas.microsoft.com/office/powerpoint/2010/main" val="2789384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สี่เหลี่ยมผืนผ้ามุมมน 2"/>
          <p:cNvSpPr/>
          <p:nvPr/>
        </p:nvSpPr>
        <p:spPr>
          <a:xfrm>
            <a:off x="2795752" y="1257988"/>
            <a:ext cx="7129518" cy="1642868"/>
          </a:xfrm>
          <a:prstGeom prst="roundRect">
            <a:avLst/>
          </a:prstGeom>
          <a:solidFill>
            <a:srgbClr val="FFFF00">
              <a:alpha val="85882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 smtClean="0">
                <a:solidFill>
                  <a:schemeClr val="tx1"/>
                </a:solidFill>
                <a:latin typeface="9 Pradit" panose="00000500000000000000" pitchFamily="50" charset="-34"/>
                <a:cs typeface="9 Pradit" panose="00000500000000000000" pitchFamily="50" charset="-34"/>
              </a:rPr>
              <a:t>PLAYER NAME</a:t>
            </a:r>
            <a:endParaRPr lang="th-TH" sz="4500" dirty="0">
              <a:solidFill>
                <a:schemeClr val="tx1"/>
              </a:solidFill>
              <a:latin typeface="9 Pradit" panose="00000500000000000000" pitchFamily="50" charset="-34"/>
              <a:cs typeface="9 Pradit" panose="00000500000000000000" pitchFamily="50" charset="-34"/>
            </a:endParaRPr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-115614" y="5424489"/>
            <a:ext cx="12192000" cy="4754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48035294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194</Words>
  <Application>Microsoft Office PowerPoint</Application>
  <PresentationFormat>แบบจอกว้าง</PresentationFormat>
  <Paragraphs>40</Paragraphs>
  <Slides>15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8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15</vt:i4>
      </vt:variant>
    </vt:vector>
  </HeadingPairs>
  <TitlesOfParts>
    <vt:vector size="24" baseType="lpstr">
      <vt:lpstr>9 Pradit</vt:lpstr>
      <vt:lpstr>Angsana New</vt:lpstr>
      <vt:lpstr>Arial</vt:lpstr>
      <vt:lpstr>Calibri</vt:lpstr>
      <vt:lpstr>Calibri Light</vt:lpstr>
      <vt:lpstr>Cordia New</vt:lpstr>
      <vt:lpstr>Cordia New (เนื้อความ)</vt:lpstr>
      <vt:lpstr>Mali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HP</dc:creator>
  <cp:lastModifiedBy>HP</cp:lastModifiedBy>
  <cp:revision>25</cp:revision>
  <dcterms:created xsi:type="dcterms:W3CDTF">2025-12-05T02:04:41Z</dcterms:created>
  <dcterms:modified xsi:type="dcterms:W3CDTF">2025-12-05T06:37:09Z</dcterms:modified>
</cp:coreProperties>
</file>