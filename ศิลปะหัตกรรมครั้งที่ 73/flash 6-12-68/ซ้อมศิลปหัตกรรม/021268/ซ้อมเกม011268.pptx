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73" r:id="rId5"/>
    <p:sldId id="274" r:id="rId6"/>
    <p:sldId id="265" r:id="rId7"/>
    <p:sldId id="267" r:id="rId8"/>
    <p:sldId id="257" r:id="rId9"/>
    <p:sldId id="268" r:id="rId10"/>
    <p:sldId id="269" r:id="rId11"/>
    <p:sldId id="261" r:id="rId12"/>
    <p:sldId id="270" r:id="rId13"/>
    <p:sldId id="271" r:id="rId14"/>
    <p:sldId id="272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B9CA"/>
    <a:srgbClr val="92D050"/>
    <a:srgbClr val="F6F385"/>
    <a:srgbClr val="FF00FF"/>
    <a:srgbClr val="5B9BD5"/>
    <a:srgbClr val="040303"/>
    <a:srgbClr val="F4F400"/>
    <a:srgbClr val="FFFF00"/>
    <a:srgbClr val="D55B5B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66" d="100"/>
          <a:sy n="66" d="100"/>
        </p:scale>
        <p:origin x="1494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97918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9337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64157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774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42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55136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91597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82296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8354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7691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1755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2C09A-271C-4125-A96E-060DF6051F65}" type="datetimeFigureOut">
              <a:rPr lang="th-TH" smtClean="0"/>
              <a:t>02/12/68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4149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เมฆ 4"/>
          <p:cNvSpPr/>
          <p:nvPr/>
        </p:nvSpPr>
        <p:spPr>
          <a:xfrm>
            <a:off x="147145" y="336331"/>
            <a:ext cx="3090041" cy="1807779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เมฆ 5"/>
          <p:cNvSpPr/>
          <p:nvPr/>
        </p:nvSpPr>
        <p:spPr>
          <a:xfrm>
            <a:off x="3883573" y="457201"/>
            <a:ext cx="3090041" cy="1379482"/>
          </a:xfrm>
          <a:prstGeom prst="cloud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เมฆ 6"/>
          <p:cNvSpPr/>
          <p:nvPr/>
        </p:nvSpPr>
        <p:spPr>
          <a:xfrm>
            <a:off x="1460937" y="3957144"/>
            <a:ext cx="3090041" cy="1234966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เมฆ 7"/>
          <p:cNvSpPr/>
          <p:nvPr/>
        </p:nvSpPr>
        <p:spPr>
          <a:xfrm>
            <a:off x="5596103" y="3982106"/>
            <a:ext cx="3090041" cy="127963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เมฆ 8"/>
          <p:cNvSpPr/>
          <p:nvPr/>
        </p:nvSpPr>
        <p:spPr>
          <a:xfrm>
            <a:off x="8403019" y="336330"/>
            <a:ext cx="3090041" cy="133481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เมฆ 9"/>
          <p:cNvSpPr/>
          <p:nvPr/>
        </p:nvSpPr>
        <p:spPr>
          <a:xfrm>
            <a:off x="8403019" y="2626271"/>
            <a:ext cx="3090041" cy="1001113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เมฆ 10"/>
          <p:cNvSpPr/>
          <p:nvPr/>
        </p:nvSpPr>
        <p:spPr>
          <a:xfrm>
            <a:off x="8655271" y="4849210"/>
            <a:ext cx="3090041" cy="1379483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เมฆ 11"/>
          <p:cNvSpPr/>
          <p:nvPr/>
        </p:nvSpPr>
        <p:spPr>
          <a:xfrm>
            <a:off x="358664" y="5425964"/>
            <a:ext cx="3045372" cy="927539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เมฆ 12"/>
          <p:cNvSpPr/>
          <p:nvPr/>
        </p:nvSpPr>
        <p:spPr>
          <a:xfrm>
            <a:off x="5945570" y="2550070"/>
            <a:ext cx="2391105" cy="1035269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เมฆ 13"/>
          <p:cNvSpPr/>
          <p:nvPr/>
        </p:nvSpPr>
        <p:spPr>
          <a:xfrm>
            <a:off x="1734206" y="2077105"/>
            <a:ext cx="2262349" cy="945931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2245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275770" y="290284"/>
            <a:ext cx="4949373" cy="116114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สี่เหลี่ยมผืนผ้ามุมมน 6"/>
          <p:cNvSpPr/>
          <p:nvPr/>
        </p:nvSpPr>
        <p:spPr>
          <a:xfrm>
            <a:off x="275770" y="2295072"/>
            <a:ext cx="5863772" cy="26996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ลูกศรขวา 8"/>
          <p:cNvSpPr/>
          <p:nvPr/>
        </p:nvSpPr>
        <p:spPr>
          <a:xfrm>
            <a:off x="5651501" y="0"/>
            <a:ext cx="3512457" cy="1857829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วงรี 1"/>
          <p:cNvSpPr/>
          <p:nvPr/>
        </p:nvSpPr>
        <p:spPr>
          <a:xfrm>
            <a:off x="6838950" y="2700337"/>
            <a:ext cx="1171575" cy="1152525"/>
          </a:xfrm>
          <a:prstGeom prst="ellipse">
            <a:avLst/>
          </a:prstGeom>
          <a:ln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วงรี 5"/>
          <p:cNvSpPr/>
          <p:nvPr/>
        </p:nvSpPr>
        <p:spPr>
          <a:xfrm>
            <a:off x="7727950" y="3852862"/>
            <a:ext cx="1171575" cy="1152525"/>
          </a:xfrm>
          <a:prstGeom prst="ellipse">
            <a:avLst/>
          </a:prstGeom>
          <a:ln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วงรี 7"/>
          <p:cNvSpPr/>
          <p:nvPr/>
        </p:nvSpPr>
        <p:spPr>
          <a:xfrm>
            <a:off x="8428945" y="2579687"/>
            <a:ext cx="1171575" cy="1152525"/>
          </a:xfrm>
          <a:prstGeom prst="ellipse">
            <a:avLst/>
          </a:prstGeom>
          <a:ln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5952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695824" y="1114424"/>
            <a:ext cx="2771775" cy="4257675"/>
            <a:chOff x="4695824" y="1114424"/>
            <a:chExt cx="2771775" cy="4257675"/>
          </a:xfrm>
        </p:grpSpPr>
        <p:sp>
          <p:nvSpPr>
            <p:cNvPr id="5" name="สี่เหลี่ยมผืนผ้ามุมมน 4"/>
            <p:cNvSpPr/>
            <p:nvPr/>
          </p:nvSpPr>
          <p:spPr>
            <a:xfrm>
              <a:off x="4982559" y="3982441"/>
              <a:ext cx="796487" cy="1389658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>
              <a:off x="6400306" y="3982441"/>
              <a:ext cx="796487" cy="1389658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สี่เหลี่ยมผืนผ้ามุมมน 3"/>
            <p:cNvSpPr/>
            <p:nvPr/>
          </p:nvSpPr>
          <p:spPr>
            <a:xfrm>
              <a:off x="4695824" y="1114424"/>
              <a:ext cx="2771775" cy="3222823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ี่เหลี่ยมผืนผ้ามุมมน 7"/>
            <p:cNvSpPr/>
            <p:nvPr/>
          </p:nvSpPr>
          <p:spPr>
            <a:xfrm>
              <a:off x="5229470" y="1454445"/>
              <a:ext cx="1704484" cy="8722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39307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/>
          <p:cNvGrpSpPr/>
          <p:nvPr/>
        </p:nvGrpSpPr>
        <p:grpSpPr>
          <a:xfrm>
            <a:off x="4695824" y="1114424"/>
            <a:ext cx="2771775" cy="4257675"/>
            <a:chOff x="4695824" y="1114424"/>
            <a:chExt cx="2771775" cy="4257675"/>
          </a:xfrm>
        </p:grpSpPr>
        <p:sp>
          <p:nvSpPr>
            <p:cNvPr id="5" name="สี่เหลี่ยมผืนผ้ามุมมน 4"/>
            <p:cNvSpPr/>
            <p:nvPr/>
          </p:nvSpPr>
          <p:spPr>
            <a:xfrm>
              <a:off x="4982559" y="3982441"/>
              <a:ext cx="796487" cy="1389658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>
              <a:off x="6400306" y="3982441"/>
              <a:ext cx="796487" cy="1389658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สี่เหลี่ยมผืนผ้ามุมมน 3"/>
            <p:cNvSpPr/>
            <p:nvPr/>
          </p:nvSpPr>
          <p:spPr>
            <a:xfrm>
              <a:off x="4695824" y="1114424"/>
              <a:ext cx="2771775" cy="3222823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" name="สี่เหลี่ยมผืนผ้ามุมมน 1"/>
            <p:cNvSpPr/>
            <p:nvPr/>
          </p:nvSpPr>
          <p:spPr>
            <a:xfrm rot="2713358">
              <a:off x="4883129" y="2346119"/>
              <a:ext cx="2397165" cy="4046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สี่เหลี่ยมผืนผ้ามุมมน 6"/>
            <p:cNvSpPr/>
            <p:nvPr/>
          </p:nvSpPr>
          <p:spPr>
            <a:xfrm rot="7978503">
              <a:off x="4883128" y="2346119"/>
              <a:ext cx="2397165" cy="4046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911576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/>
          <p:cNvGrpSpPr/>
          <p:nvPr/>
        </p:nvGrpSpPr>
        <p:grpSpPr>
          <a:xfrm>
            <a:off x="4695824" y="1114424"/>
            <a:ext cx="2771775" cy="4257675"/>
            <a:chOff x="4695824" y="1114424"/>
            <a:chExt cx="2771775" cy="4257675"/>
          </a:xfrm>
        </p:grpSpPr>
        <p:sp>
          <p:nvSpPr>
            <p:cNvPr id="5" name="สี่เหลี่ยมผืนผ้ามุมมน 4"/>
            <p:cNvSpPr/>
            <p:nvPr/>
          </p:nvSpPr>
          <p:spPr>
            <a:xfrm>
              <a:off x="4982559" y="3982441"/>
              <a:ext cx="796487" cy="1389658"/>
            </a:xfrm>
            <a:prstGeom prst="roundRect">
              <a:avLst/>
            </a:prstGeom>
            <a:solidFill>
              <a:srgbClr val="441D6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>
              <a:off x="6400306" y="3982441"/>
              <a:ext cx="796487" cy="1389658"/>
            </a:xfrm>
            <a:prstGeom prst="roundRect">
              <a:avLst/>
            </a:prstGeom>
            <a:solidFill>
              <a:srgbClr val="441D6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สี่เหลี่ยมผืนผ้ามุมมน 3"/>
            <p:cNvSpPr/>
            <p:nvPr/>
          </p:nvSpPr>
          <p:spPr>
            <a:xfrm>
              <a:off x="4695824" y="1114424"/>
              <a:ext cx="2771775" cy="3222823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" name="สี่เหลี่ยมผืนผ้ามุมมน 1"/>
            <p:cNvSpPr/>
            <p:nvPr/>
          </p:nvSpPr>
          <p:spPr>
            <a:xfrm rot="2713358">
              <a:off x="4883129" y="2346119"/>
              <a:ext cx="2397165" cy="4046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สี่เหลี่ยมผืนผ้ามุมมน 6"/>
            <p:cNvSpPr/>
            <p:nvPr/>
          </p:nvSpPr>
          <p:spPr>
            <a:xfrm rot="7978503">
              <a:off x="4883128" y="2346119"/>
              <a:ext cx="2397165" cy="4046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69167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695824" y="1114424"/>
            <a:ext cx="2771775" cy="4257675"/>
            <a:chOff x="4695824" y="1114424"/>
            <a:chExt cx="2771775" cy="4257675"/>
          </a:xfrm>
        </p:grpSpPr>
        <p:sp>
          <p:nvSpPr>
            <p:cNvPr id="5" name="สี่เหลี่ยมผืนผ้ามุมมน 4"/>
            <p:cNvSpPr/>
            <p:nvPr/>
          </p:nvSpPr>
          <p:spPr>
            <a:xfrm>
              <a:off x="4982559" y="3982441"/>
              <a:ext cx="796487" cy="1389658"/>
            </a:xfrm>
            <a:prstGeom prst="roundRect">
              <a:avLst/>
            </a:prstGeom>
            <a:solidFill>
              <a:srgbClr val="441D6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>
              <a:off x="6400306" y="3982441"/>
              <a:ext cx="796487" cy="1389658"/>
            </a:xfrm>
            <a:prstGeom prst="roundRect">
              <a:avLst/>
            </a:prstGeom>
            <a:solidFill>
              <a:srgbClr val="441D6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สี่เหลี่ยมผืนผ้ามุมมน 3"/>
            <p:cNvSpPr/>
            <p:nvPr/>
          </p:nvSpPr>
          <p:spPr>
            <a:xfrm>
              <a:off x="4695824" y="1114424"/>
              <a:ext cx="2771775" cy="3222823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ี่เหลี่ยมผืนผ้ามุมมน 7"/>
            <p:cNvSpPr/>
            <p:nvPr/>
          </p:nvSpPr>
          <p:spPr>
            <a:xfrm>
              <a:off x="5229470" y="1454445"/>
              <a:ext cx="1704484" cy="8722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44025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695824" y="1114424"/>
            <a:ext cx="2771775" cy="4257675"/>
            <a:chOff x="4695824" y="1114424"/>
            <a:chExt cx="2771775" cy="4257675"/>
          </a:xfrm>
        </p:grpSpPr>
        <p:sp>
          <p:nvSpPr>
            <p:cNvPr id="5" name="สี่เหลี่ยมผืนผ้ามุมมน 4"/>
            <p:cNvSpPr/>
            <p:nvPr/>
          </p:nvSpPr>
          <p:spPr>
            <a:xfrm>
              <a:off x="4982559" y="3982441"/>
              <a:ext cx="796487" cy="1389658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 rot="19722635">
              <a:off x="6654902" y="3876669"/>
              <a:ext cx="796487" cy="1389658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สี่เหลี่ยมผืนผ้ามุมมน 3"/>
            <p:cNvSpPr/>
            <p:nvPr/>
          </p:nvSpPr>
          <p:spPr>
            <a:xfrm>
              <a:off x="4695824" y="1114424"/>
              <a:ext cx="2771775" cy="3222823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ี่เหลี่ยมผืนผ้ามุมมน 7"/>
            <p:cNvSpPr/>
            <p:nvPr/>
          </p:nvSpPr>
          <p:spPr>
            <a:xfrm>
              <a:off x="6096368" y="1495365"/>
              <a:ext cx="1057029" cy="631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596126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695824" y="1114424"/>
            <a:ext cx="2771775" cy="4257675"/>
            <a:chOff x="4695824" y="1114424"/>
            <a:chExt cx="2771775" cy="4257675"/>
          </a:xfrm>
        </p:grpSpPr>
        <p:sp>
          <p:nvSpPr>
            <p:cNvPr id="5" name="สี่เหลี่ยมผืนผ้ามุมมน 4"/>
            <p:cNvSpPr/>
            <p:nvPr/>
          </p:nvSpPr>
          <p:spPr>
            <a:xfrm>
              <a:off x="4982559" y="3982441"/>
              <a:ext cx="796487" cy="1389658"/>
            </a:xfrm>
            <a:prstGeom prst="roundRect">
              <a:avLst/>
            </a:prstGeom>
            <a:solidFill>
              <a:srgbClr val="441D6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 rot="19722635">
              <a:off x="6654902" y="3876669"/>
              <a:ext cx="796487" cy="1389658"/>
            </a:xfrm>
            <a:prstGeom prst="roundRect">
              <a:avLst/>
            </a:prstGeom>
            <a:solidFill>
              <a:srgbClr val="441D6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สี่เหลี่ยมผืนผ้ามุมมน 3"/>
            <p:cNvSpPr/>
            <p:nvPr/>
          </p:nvSpPr>
          <p:spPr>
            <a:xfrm>
              <a:off x="4695824" y="1114424"/>
              <a:ext cx="2771775" cy="3222823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ี่เหลี่ยมผืนผ้ามุมมน 7"/>
            <p:cNvSpPr/>
            <p:nvPr/>
          </p:nvSpPr>
          <p:spPr>
            <a:xfrm>
              <a:off x="5996116" y="1390945"/>
              <a:ext cx="1057029" cy="631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542128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689894" y="1114424"/>
            <a:ext cx="2777705" cy="4244975"/>
            <a:chOff x="4689894" y="1114424"/>
            <a:chExt cx="2777705" cy="4244975"/>
          </a:xfrm>
        </p:grpSpPr>
        <p:sp>
          <p:nvSpPr>
            <p:cNvPr id="5" name="สี่เหลี่ยมผืนผ้ามุมมน 4"/>
            <p:cNvSpPr/>
            <p:nvPr/>
          </p:nvSpPr>
          <p:spPr>
            <a:xfrm rot="1689832">
              <a:off x="4689894" y="3969741"/>
              <a:ext cx="796487" cy="1389658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 rot="651123">
              <a:off x="6654902" y="3876669"/>
              <a:ext cx="796487" cy="1389658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สี่เหลี่ยมผืนผ้ามุมมน 3"/>
            <p:cNvSpPr/>
            <p:nvPr/>
          </p:nvSpPr>
          <p:spPr>
            <a:xfrm>
              <a:off x="4695824" y="1114424"/>
              <a:ext cx="2771775" cy="3222823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ี่เหลี่ยมผืนผ้ามุมมน 7"/>
            <p:cNvSpPr/>
            <p:nvPr/>
          </p:nvSpPr>
          <p:spPr>
            <a:xfrm>
              <a:off x="6025423" y="1495365"/>
              <a:ext cx="1057029" cy="631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929443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5009209" y="1172481"/>
            <a:ext cx="2777705" cy="4244975"/>
            <a:chOff x="4689894" y="1114424"/>
            <a:chExt cx="2777705" cy="4244975"/>
          </a:xfrm>
        </p:grpSpPr>
        <p:sp>
          <p:nvSpPr>
            <p:cNvPr id="5" name="สี่เหลี่ยมผืนผ้ามุมมน 4"/>
            <p:cNvSpPr/>
            <p:nvPr/>
          </p:nvSpPr>
          <p:spPr>
            <a:xfrm rot="1689832">
              <a:off x="4689894" y="3969741"/>
              <a:ext cx="796487" cy="1389658"/>
            </a:xfrm>
            <a:prstGeom prst="roundRect">
              <a:avLst/>
            </a:prstGeom>
            <a:solidFill>
              <a:srgbClr val="441D61"/>
            </a:solidFill>
            <a:ln>
              <a:solidFill>
                <a:srgbClr val="441D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>
              <a:off x="6654902" y="3876669"/>
              <a:ext cx="796487" cy="1389658"/>
            </a:xfrm>
            <a:prstGeom prst="roundRect">
              <a:avLst/>
            </a:prstGeom>
            <a:solidFill>
              <a:srgbClr val="441D61"/>
            </a:solidFill>
            <a:ln>
              <a:solidFill>
                <a:srgbClr val="441D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สี่เหลี่ยมผืนผ้ามุมมน 3"/>
            <p:cNvSpPr/>
            <p:nvPr/>
          </p:nvSpPr>
          <p:spPr>
            <a:xfrm>
              <a:off x="4695824" y="1114424"/>
              <a:ext cx="2771775" cy="3222823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ี่เหลี่ยมผืนผ้ามุมมน 7"/>
            <p:cNvSpPr/>
            <p:nvPr/>
          </p:nvSpPr>
          <p:spPr>
            <a:xfrm>
              <a:off x="6025423" y="1495365"/>
              <a:ext cx="1057029" cy="6315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724015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695824" y="1114424"/>
            <a:ext cx="2774704" cy="4360191"/>
            <a:chOff x="4695824" y="1114424"/>
            <a:chExt cx="2774704" cy="4360191"/>
          </a:xfrm>
        </p:grpSpPr>
        <p:sp>
          <p:nvSpPr>
            <p:cNvPr id="5" name="สี่เหลี่ยมผืนผ้ามุมมน 4"/>
            <p:cNvSpPr/>
            <p:nvPr/>
          </p:nvSpPr>
          <p:spPr>
            <a:xfrm rot="1641822">
              <a:off x="4831226" y="4082174"/>
              <a:ext cx="796487" cy="1389658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 rot="20133233">
              <a:off x="6674041" y="4084957"/>
              <a:ext cx="796487" cy="1389658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สี่เหลี่ยมผืนผ้ามุมมน 3"/>
            <p:cNvSpPr/>
            <p:nvPr/>
          </p:nvSpPr>
          <p:spPr>
            <a:xfrm>
              <a:off x="4695824" y="1114424"/>
              <a:ext cx="2771775" cy="3222823"/>
            </a:xfrm>
            <a:prstGeom prst="round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ี่เหลี่ยมผืนผ้ามุมมน 7"/>
            <p:cNvSpPr/>
            <p:nvPr/>
          </p:nvSpPr>
          <p:spPr>
            <a:xfrm>
              <a:off x="5565995" y="1314745"/>
              <a:ext cx="1031432" cy="4124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968305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695824" y="1114424"/>
            <a:ext cx="2774705" cy="4360191"/>
            <a:chOff x="4695824" y="1114424"/>
            <a:chExt cx="2774705" cy="4360191"/>
          </a:xfrm>
        </p:grpSpPr>
        <p:sp>
          <p:nvSpPr>
            <p:cNvPr id="5" name="สี่เหลี่ยมผืนผ้ามุมมน 4"/>
            <p:cNvSpPr/>
            <p:nvPr/>
          </p:nvSpPr>
          <p:spPr>
            <a:xfrm rot="1641822">
              <a:off x="4715859" y="4082174"/>
              <a:ext cx="796487" cy="1389658"/>
            </a:xfrm>
            <a:prstGeom prst="roundRect">
              <a:avLst/>
            </a:prstGeom>
            <a:solidFill>
              <a:srgbClr val="441D61"/>
            </a:solidFill>
            <a:ln>
              <a:solidFill>
                <a:srgbClr val="441D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 rot="20133233">
              <a:off x="6674042" y="4084957"/>
              <a:ext cx="796487" cy="1389658"/>
            </a:xfrm>
            <a:prstGeom prst="roundRect">
              <a:avLst/>
            </a:prstGeom>
            <a:solidFill>
              <a:srgbClr val="441D61"/>
            </a:solidFill>
            <a:ln>
              <a:solidFill>
                <a:srgbClr val="441D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สี่เหลี่ยมผืนผ้ามุมมน 3"/>
            <p:cNvSpPr/>
            <p:nvPr/>
          </p:nvSpPr>
          <p:spPr>
            <a:xfrm>
              <a:off x="4695824" y="1114424"/>
              <a:ext cx="2771775" cy="3222823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สี่เหลี่ยมผืนผ้ามุมมน 7"/>
            <p:cNvSpPr/>
            <p:nvPr/>
          </p:nvSpPr>
          <p:spPr>
            <a:xfrm>
              <a:off x="5565995" y="1314745"/>
              <a:ext cx="1031432" cy="4124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333676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กลุ่ม 5"/>
          <p:cNvGrpSpPr/>
          <p:nvPr/>
        </p:nvGrpSpPr>
        <p:grpSpPr>
          <a:xfrm>
            <a:off x="-377371" y="-159657"/>
            <a:ext cx="13657943" cy="7126514"/>
            <a:chOff x="-377371" y="-159657"/>
            <a:chExt cx="13657943" cy="7126514"/>
          </a:xfrm>
        </p:grpSpPr>
        <p:sp>
          <p:nvSpPr>
            <p:cNvPr id="4" name="สี่เหลี่ยมผืนผ้า 3"/>
            <p:cNvSpPr/>
            <p:nvPr/>
          </p:nvSpPr>
          <p:spPr>
            <a:xfrm>
              <a:off x="-377371" y="-159657"/>
              <a:ext cx="13657943" cy="712651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สี่เหลี่ยมผืนผ้า 4"/>
            <p:cNvSpPr/>
            <p:nvPr/>
          </p:nvSpPr>
          <p:spPr>
            <a:xfrm>
              <a:off x="-377371" y="1291771"/>
              <a:ext cx="13657943" cy="56750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37848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0" y="-101600"/>
            <a:ext cx="12192000" cy="69596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66380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คลื่น 4"/>
          <p:cNvSpPr/>
          <p:nvPr/>
        </p:nvSpPr>
        <p:spPr>
          <a:xfrm>
            <a:off x="604157" y="471715"/>
            <a:ext cx="9677400" cy="4038600"/>
          </a:xfrm>
          <a:prstGeom prst="wave">
            <a:avLst/>
          </a:prstGeom>
          <a:solidFill>
            <a:srgbClr val="F6F385"/>
          </a:solidFill>
          <a:ln>
            <a:solidFill>
              <a:srgbClr val="F6F3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WINNER</a:t>
            </a:r>
            <a:r>
              <a:rPr lang="en-US" sz="6000" dirty="0" smtClean="0"/>
              <a:t>	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71991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ลูกศรเลี้ยวกลับ 4"/>
          <p:cNvSpPr/>
          <p:nvPr/>
        </p:nvSpPr>
        <p:spPr>
          <a:xfrm>
            <a:off x="4876800" y="1860550"/>
            <a:ext cx="2489200" cy="27559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40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179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ดาว 5 แฉก 5"/>
          <p:cNvSpPr/>
          <p:nvPr/>
        </p:nvSpPr>
        <p:spPr>
          <a:xfrm>
            <a:off x="1428750" y="1504950"/>
            <a:ext cx="2762250" cy="2476500"/>
          </a:xfrm>
          <a:prstGeom prst="star5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9" name="กลุ่ม 8"/>
          <p:cNvGrpSpPr/>
          <p:nvPr/>
        </p:nvGrpSpPr>
        <p:grpSpPr>
          <a:xfrm>
            <a:off x="5314950" y="1504950"/>
            <a:ext cx="2171700" cy="4457700"/>
            <a:chOff x="5314950" y="1504950"/>
            <a:chExt cx="2171700" cy="4457700"/>
          </a:xfrm>
        </p:grpSpPr>
        <p:sp>
          <p:nvSpPr>
            <p:cNvPr id="7" name="สี่เหลี่ยมผืนผ้ามุมมน 6"/>
            <p:cNvSpPr/>
            <p:nvPr/>
          </p:nvSpPr>
          <p:spPr>
            <a:xfrm>
              <a:off x="5314950" y="1504950"/>
              <a:ext cx="2171700" cy="4457700"/>
            </a:xfrm>
            <a:prstGeom prst="round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rgbClr val="0D0D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วงรี 7"/>
            <p:cNvSpPr/>
            <p:nvPr/>
          </p:nvSpPr>
          <p:spPr>
            <a:xfrm>
              <a:off x="5505450" y="3429000"/>
              <a:ext cx="666750" cy="6096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14040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กลุ่ม 7"/>
          <p:cNvGrpSpPr/>
          <p:nvPr/>
        </p:nvGrpSpPr>
        <p:grpSpPr>
          <a:xfrm>
            <a:off x="2610244" y="1613469"/>
            <a:ext cx="5623560" cy="2463800"/>
            <a:chOff x="2484120" y="3463290"/>
            <a:chExt cx="5623560" cy="2463800"/>
          </a:xfrm>
        </p:grpSpPr>
        <p:sp>
          <p:nvSpPr>
            <p:cNvPr id="4" name="สี่เหลี่ยมผืนผ้ามุมมน 3"/>
            <p:cNvSpPr/>
            <p:nvPr/>
          </p:nvSpPr>
          <p:spPr>
            <a:xfrm>
              <a:off x="2499360" y="3526790"/>
              <a:ext cx="5600700" cy="24003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มุมมน 5"/>
            <p:cNvSpPr/>
            <p:nvPr/>
          </p:nvSpPr>
          <p:spPr>
            <a:xfrm>
              <a:off x="2499360" y="3463290"/>
              <a:ext cx="5600700" cy="48387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รูปแบบอิสระ 6"/>
            <p:cNvSpPr/>
            <p:nvPr/>
          </p:nvSpPr>
          <p:spPr>
            <a:xfrm>
              <a:off x="2484120" y="3893820"/>
              <a:ext cx="5623560" cy="381000"/>
            </a:xfrm>
            <a:custGeom>
              <a:avLst/>
              <a:gdLst>
                <a:gd name="connsiteX0" fmla="*/ 0 w 5623560"/>
                <a:gd name="connsiteY0" fmla="*/ 22860 h 381000"/>
                <a:gd name="connsiteX1" fmla="*/ 38100 w 5623560"/>
                <a:gd name="connsiteY1" fmla="*/ 53340 h 381000"/>
                <a:gd name="connsiteX2" fmla="*/ 76200 w 5623560"/>
                <a:gd name="connsiteY2" fmla="*/ 99060 h 381000"/>
                <a:gd name="connsiteX3" fmla="*/ 91440 w 5623560"/>
                <a:gd name="connsiteY3" fmla="*/ 129540 h 381000"/>
                <a:gd name="connsiteX4" fmla="*/ 106680 w 5623560"/>
                <a:gd name="connsiteY4" fmla="*/ 152400 h 381000"/>
                <a:gd name="connsiteX5" fmla="*/ 121920 w 5623560"/>
                <a:gd name="connsiteY5" fmla="*/ 198120 h 381000"/>
                <a:gd name="connsiteX6" fmla="*/ 152400 w 5623560"/>
                <a:gd name="connsiteY6" fmla="*/ 213360 h 381000"/>
                <a:gd name="connsiteX7" fmla="*/ 182880 w 5623560"/>
                <a:gd name="connsiteY7" fmla="*/ 259080 h 381000"/>
                <a:gd name="connsiteX8" fmla="*/ 190500 w 5623560"/>
                <a:gd name="connsiteY8" fmla="*/ 289560 h 381000"/>
                <a:gd name="connsiteX9" fmla="*/ 281940 w 5623560"/>
                <a:gd name="connsiteY9" fmla="*/ 266700 h 381000"/>
                <a:gd name="connsiteX10" fmla="*/ 342900 w 5623560"/>
                <a:gd name="connsiteY10" fmla="*/ 243840 h 381000"/>
                <a:gd name="connsiteX11" fmla="*/ 365760 w 5623560"/>
                <a:gd name="connsiteY11" fmla="*/ 228600 h 381000"/>
                <a:gd name="connsiteX12" fmla="*/ 411480 w 5623560"/>
                <a:gd name="connsiteY12" fmla="*/ 182880 h 381000"/>
                <a:gd name="connsiteX13" fmla="*/ 457200 w 5623560"/>
                <a:gd name="connsiteY13" fmla="*/ 160020 h 381000"/>
                <a:gd name="connsiteX14" fmla="*/ 502920 w 5623560"/>
                <a:gd name="connsiteY14" fmla="*/ 182880 h 381000"/>
                <a:gd name="connsiteX15" fmla="*/ 510540 w 5623560"/>
                <a:gd name="connsiteY15" fmla="*/ 213360 h 381000"/>
                <a:gd name="connsiteX16" fmla="*/ 525780 w 5623560"/>
                <a:gd name="connsiteY16" fmla="*/ 243840 h 381000"/>
                <a:gd name="connsiteX17" fmla="*/ 594360 w 5623560"/>
                <a:gd name="connsiteY17" fmla="*/ 297180 h 381000"/>
                <a:gd name="connsiteX18" fmla="*/ 640080 w 5623560"/>
                <a:gd name="connsiteY18" fmla="*/ 320040 h 381000"/>
                <a:gd name="connsiteX19" fmla="*/ 754380 w 5623560"/>
                <a:gd name="connsiteY19" fmla="*/ 312420 h 381000"/>
                <a:gd name="connsiteX20" fmla="*/ 800100 w 5623560"/>
                <a:gd name="connsiteY20" fmla="*/ 297180 h 381000"/>
                <a:gd name="connsiteX21" fmla="*/ 861060 w 5623560"/>
                <a:gd name="connsiteY21" fmla="*/ 266700 h 381000"/>
                <a:gd name="connsiteX22" fmla="*/ 883920 w 5623560"/>
                <a:gd name="connsiteY22" fmla="*/ 243840 h 381000"/>
                <a:gd name="connsiteX23" fmla="*/ 967740 w 5623560"/>
                <a:gd name="connsiteY23" fmla="*/ 213360 h 381000"/>
                <a:gd name="connsiteX24" fmla="*/ 1021080 w 5623560"/>
                <a:gd name="connsiteY24" fmla="*/ 182880 h 381000"/>
                <a:gd name="connsiteX25" fmla="*/ 1043940 w 5623560"/>
                <a:gd name="connsiteY25" fmla="*/ 160020 h 381000"/>
                <a:gd name="connsiteX26" fmla="*/ 1066800 w 5623560"/>
                <a:gd name="connsiteY26" fmla="*/ 144780 h 381000"/>
                <a:gd name="connsiteX27" fmla="*/ 1104900 w 5623560"/>
                <a:gd name="connsiteY27" fmla="*/ 160020 h 381000"/>
                <a:gd name="connsiteX28" fmla="*/ 1120140 w 5623560"/>
                <a:gd name="connsiteY28" fmla="*/ 182880 h 381000"/>
                <a:gd name="connsiteX29" fmla="*/ 1165860 w 5623560"/>
                <a:gd name="connsiteY29" fmla="*/ 190500 h 381000"/>
                <a:gd name="connsiteX30" fmla="*/ 1196340 w 5623560"/>
                <a:gd name="connsiteY30" fmla="*/ 198120 h 381000"/>
                <a:gd name="connsiteX31" fmla="*/ 1226820 w 5623560"/>
                <a:gd name="connsiteY31" fmla="*/ 220980 h 381000"/>
                <a:gd name="connsiteX32" fmla="*/ 1440180 w 5623560"/>
                <a:gd name="connsiteY32" fmla="*/ 266700 h 381000"/>
                <a:gd name="connsiteX33" fmla="*/ 1607820 w 5623560"/>
                <a:gd name="connsiteY33" fmla="*/ 289560 h 381000"/>
                <a:gd name="connsiteX34" fmla="*/ 1973580 w 5623560"/>
                <a:gd name="connsiteY34" fmla="*/ 281940 h 381000"/>
                <a:gd name="connsiteX35" fmla="*/ 2042160 w 5623560"/>
                <a:gd name="connsiteY35" fmla="*/ 266700 h 381000"/>
                <a:gd name="connsiteX36" fmla="*/ 2080260 w 5623560"/>
                <a:gd name="connsiteY36" fmla="*/ 251460 h 381000"/>
                <a:gd name="connsiteX37" fmla="*/ 2110740 w 5623560"/>
                <a:gd name="connsiteY37" fmla="*/ 243840 h 381000"/>
                <a:gd name="connsiteX38" fmla="*/ 2164080 w 5623560"/>
                <a:gd name="connsiteY38" fmla="*/ 228600 h 381000"/>
                <a:gd name="connsiteX39" fmla="*/ 2209800 w 5623560"/>
                <a:gd name="connsiteY39" fmla="*/ 220980 h 381000"/>
                <a:gd name="connsiteX40" fmla="*/ 2301240 w 5623560"/>
                <a:gd name="connsiteY40" fmla="*/ 190500 h 381000"/>
                <a:gd name="connsiteX41" fmla="*/ 2362200 w 5623560"/>
                <a:gd name="connsiteY41" fmla="*/ 167640 h 381000"/>
                <a:gd name="connsiteX42" fmla="*/ 2415540 w 5623560"/>
                <a:gd name="connsiteY42" fmla="*/ 152400 h 381000"/>
                <a:gd name="connsiteX43" fmla="*/ 2446020 w 5623560"/>
                <a:gd name="connsiteY43" fmla="*/ 137160 h 381000"/>
                <a:gd name="connsiteX44" fmla="*/ 2468880 w 5623560"/>
                <a:gd name="connsiteY44" fmla="*/ 129540 h 381000"/>
                <a:gd name="connsiteX45" fmla="*/ 2514600 w 5623560"/>
                <a:gd name="connsiteY45" fmla="*/ 106680 h 381000"/>
                <a:gd name="connsiteX46" fmla="*/ 2537460 w 5623560"/>
                <a:gd name="connsiteY46" fmla="*/ 99060 h 381000"/>
                <a:gd name="connsiteX47" fmla="*/ 2567940 w 5623560"/>
                <a:gd name="connsiteY47" fmla="*/ 83820 h 381000"/>
                <a:gd name="connsiteX48" fmla="*/ 2682240 w 5623560"/>
                <a:gd name="connsiteY48" fmla="*/ 190500 h 381000"/>
                <a:gd name="connsiteX49" fmla="*/ 2750820 w 5623560"/>
                <a:gd name="connsiteY49" fmla="*/ 259080 h 381000"/>
                <a:gd name="connsiteX50" fmla="*/ 2811780 w 5623560"/>
                <a:gd name="connsiteY50" fmla="*/ 281940 h 381000"/>
                <a:gd name="connsiteX51" fmla="*/ 2910840 w 5623560"/>
                <a:gd name="connsiteY51" fmla="*/ 312420 h 381000"/>
                <a:gd name="connsiteX52" fmla="*/ 2994660 w 5623560"/>
                <a:gd name="connsiteY52" fmla="*/ 358140 h 381000"/>
                <a:gd name="connsiteX53" fmla="*/ 3665220 w 5623560"/>
                <a:gd name="connsiteY53" fmla="*/ 335280 h 381000"/>
                <a:gd name="connsiteX54" fmla="*/ 3680460 w 5623560"/>
                <a:gd name="connsiteY54" fmla="*/ 312420 h 381000"/>
                <a:gd name="connsiteX55" fmla="*/ 3703320 w 5623560"/>
                <a:gd name="connsiteY55" fmla="*/ 304800 h 381000"/>
                <a:gd name="connsiteX56" fmla="*/ 3771900 w 5623560"/>
                <a:gd name="connsiteY56" fmla="*/ 259080 h 381000"/>
                <a:gd name="connsiteX57" fmla="*/ 3848100 w 5623560"/>
                <a:gd name="connsiteY57" fmla="*/ 228600 h 381000"/>
                <a:gd name="connsiteX58" fmla="*/ 3954780 w 5623560"/>
                <a:gd name="connsiteY58" fmla="*/ 167640 h 381000"/>
                <a:gd name="connsiteX59" fmla="*/ 4008120 w 5623560"/>
                <a:gd name="connsiteY59" fmla="*/ 152400 h 381000"/>
                <a:gd name="connsiteX60" fmla="*/ 4038600 w 5623560"/>
                <a:gd name="connsiteY60" fmla="*/ 121920 h 381000"/>
                <a:gd name="connsiteX61" fmla="*/ 4145280 w 5623560"/>
                <a:gd name="connsiteY61" fmla="*/ 114300 h 381000"/>
                <a:gd name="connsiteX62" fmla="*/ 4160520 w 5623560"/>
                <a:gd name="connsiteY62" fmla="*/ 137160 h 381000"/>
                <a:gd name="connsiteX63" fmla="*/ 4183380 w 5623560"/>
                <a:gd name="connsiteY63" fmla="*/ 152400 h 381000"/>
                <a:gd name="connsiteX64" fmla="*/ 4198620 w 5623560"/>
                <a:gd name="connsiteY64" fmla="*/ 190500 h 381000"/>
                <a:gd name="connsiteX65" fmla="*/ 4221480 w 5623560"/>
                <a:gd name="connsiteY65" fmla="*/ 236220 h 381000"/>
                <a:gd name="connsiteX66" fmla="*/ 4244340 w 5623560"/>
                <a:gd name="connsiteY66" fmla="*/ 259080 h 381000"/>
                <a:gd name="connsiteX67" fmla="*/ 4259580 w 5623560"/>
                <a:gd name="connsiteY67" fmla="*/ 281940 h 381000"/>
                <a:gd name="connsiteX68" fmla="*/ 4282440 w 5623560"/>
                <a:gd name="connsiteY68" fmla="*/ 312420 h 381000"/>
                <a:gd name="connsiteX69" fmla="*/ 4533900 w 5623560"/>
                <a:gd name="connsiteY69" fmla="*/ 342900 h 381000"/>
                <a:gd name="connsiteX70" fmla="*/ 4564380 w 5623560"/>
                <a:gd name="connsiteY70" fmla="*/ 350520 h 381000"/>
                <a:gd name="connsiteX71" fmla="*/ 4587240 w 5623560"/>
                <a:gd name="connsiteY71" fmla="*/ 327660 h 381000"/>
                <a:gd name="connsiteX72" fmla="*/ 4640580 w 5623560"/>
                <a:gd name="connsiteY72" fmla="*/ 312420 h 381000"/>
                <a:gd name="connsiteX73" fmla="*/ 4655820 w 5623560"/>
                <a:gd name="connsiteY73" fmla="*/ 289560 h 381000"/>
                <a:gd name="connsiteX74" fmla="*/ 4678680 w 5623560"/>
                <a:gd name="connsiteY74" fmla="*/ 274320 h 381000"/>
                <a:gd name="connsiteX75" fmla="*/ 4732020 w 5623560"/>
                <a:gd name="connsiteY75" fmla="*/ 251460 h 381000"/>
                <a:gd name="connsiteX76" fmla="*/ 4770120 w 5623560"/>
                <a:gd name="connsiteY76" fmla="*/ 213360 h 381000"/>
                <a:gd name="connsiteX77" fmla="*/ 4792980 w 5623560"/>
                <a:gd name="connsiteY77" fmla="*/ 205740 h 381000"/>
                <a:gd name="connsiteX78" fmla="*/ 4831080 w 5623560"/>
                <a:gd name="connsiteY78" fmla="*/ 190500 h 381000"/>
                <a:gd name="connsiteX79" fmla="*/ 4853940 w 5623560"/>
                <a:gd name="connsiteY79" fmla="*/ 167640 h 381000"/>
                <a:gd name="connsiteX80" fmla="*/ 4869180 w 5623560"/>
                <a:gd name="connsiteY80" fmla="*/ 129540 h 381000"/>
                <a:gd name="connsiteX81" fmla="*/ 4953000 w 5623560"/>
                <a:gd name="connsiteY81" fmla="*/ 106680 h 381000"/>
                <a:gd name="connsiteX82" fmla="*/ 4983480 w 5623560"/>
                <a:gd name="connsiteY82" fmla="*/ 114300 h 381000"/>
                <a:gd name="connsiteX83" fmla="*/ 5021580 w 5623560"/>
                <a:gd name="connsiteY83" fmla="*/ 152400 h 381000"/>
                <a:gd name="connsiteX84" fmla="*/ 5036820 w 5623560"/>
                <a:gd name="connsiteY84" fmla="*/ 198120 h 381000"/>
                <a:gd name="connsiteX85" fmla="*/ 5113020 w 5623560"/>
                <a:gd name="connsiteY85" fmla="*/ 251460 h 381000"/>
                <a:gd name="connsiteX86" fmla="*/ 5143500 w 5623560"/>
                <a:gd name="connsiteY86" fmla="*/ 304800 h 381000"/>
                <a:gd name="connsiteX87" fmla="*/ 5158740 w 5623560"/>
                <a:gd name="connsiteY87" fmla="*/ 335280 h 381000"/>
                <a:gd name="connsiteX88" fmla="*/ 5204460 w 5623560"/>
                <a:gd name="connsiteY88" fmla="*/ 373380 h 381000"/>
                <a:gd name="connsiteX89" fmla="*/ 5227320 w 5623560"/>
                <a:gd name="connsiteY89" fmla="*/ 381000 h 381000"/>
                <a:gd name="connsiteX90" fmla="*/ 5280660 w 5623560"/>
                <a:gd name="connsiteY90" fmla="*/ 365760 h 381000"/>
                <a:gd name="connsiteX91" fmla="*/ 5311140 w 5623560"/>
                <a:gd name="connsiteY91" fmla="*/ 342900 h 381000"/>
                <a:gd name="connsiteX92" fmla="*/ 5356860 w 5623560"/>
                <a:gd name="connsiteY92" fmla="*/ 327660 h 381000"/>
                <a:gd name="connsiteX93" fmla="*/ 5433060 w 5623560"/>
                <a:gd name="connsiteY93" fmla="*/ 289560 h 381000"/>
                <a:gd name="connsiteX94" fmla="*/ 5524500 w 5623560"/>
                <a:gd name="connsiteY94" fmla="*/ 243840 h 381000"/>
                <a:gd name="connsiteX95" fmla="*/ 5585460 w 5623560"/>
                <a:gd name="connsiteY95" fmla="*/ 213360 h 381000"/>
                <a:gd name="connsiteX96" fmla="*/ 5600700 w 5623560"/>
                <a:gd name="connsiteY96" fmla="*/ 60960 h 381000"/>
                <a:gd name="connsiteX97" fmla="*/ 5623560 w 5623560"/>
                <a:gd name="connsiteY97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5623560" h="381000">
                  <a:moveTo>
                    <a:pt x="0" y="22860"/>
                  </a:moveTo>
                  <a:cubicBezTo>
                    <a:pt x="12700" y="33020"/>
                    <a:pt x="27390" y="41100"/>
                    <a:pt x="38100" y="53340"/>
                  </a:cubicBezTo>
                  <a:cubicBezTo>
                    <a:pt x="92240" y="115214"/>
                    <a:pt x="15829" y="58812"/>
                    <a:pt x="76200" y="99060"/>
                  </a:cubicBezTo>
                  <a:cubicBezTo>
                    <a:pt x="81280" y="109220"/>
                    <a:pt x="85804" y="119677"/>
                    <a:pt x="91440" y="129540"/>
                  </a:cubicBezTo>
                  <a:cubicBezTo>
                    <a:pt x="95984" y="137491"/>
                    <a:pt x="102961" y="144031"/>
                    <a:pt x="106680" y="152400"/>
                  </a:cubicBezTo>
                  <a:cubicBezTo>
                    <a:pt x="113204" y="167080"/>
                    <a:pt x="112281" y="185269"/>
                    <a:pt x="121920" y="198120"/>
                  </a:cubicBezTo>
                  <a:cubicBezTo>
                    <a:pt x="128736" y="207207"/>
                    <a:pt x="142240" y="208280"/>
                    <a:pt x="152400" y="213360"/>
                  </a:cubicBezTo>
                  <a:cubicBezTo>
                    <a:pt x="176191" y="284733"/>
                    <a:pt x="137217" y="179169"/>
                    <a:pt x="182880" y="259080"/>
                  </a:cubicBezTo>
                  <a:cubicBezTo>
                    <a:pt x="188076" y="268173"/>
                    <a:pt x="187960" y="279400"/>
                    <a:pt x="190500" y="289560"/>
                  </a:cubicBezTo>
                  <a:cubicBezTo>
                    <a:pt x="306716" y="275033"/>
                    <a:pt x="208746" y="294148"/>
                    <a:pt x="281940" y="266700"/>
                  </a:cubicBezTo>
                  <a:cubicBezTo>
                    <a:pt x="336490" y="246244"/>
                    <a:pt x="288898" y="274698"/>
                    <a:pt x="342900" y="243840"/>
                  </a:cubicBezTo>
                  <a:cubicBezTo>
                    <a:pt x="350851" y="239296"/>
                    <a:pt x="358915" y="234684"/>
                    <a:pt x="365760" y="228600"/>
                  </a:cubicBezTo>
                  <a:cubicBezTo>
                    <a:pt x="381869" y="214281"/>
                    <a:pt x="393547" y="194835"/>
                    <a:pt x="411480" y="182880"/>
                  </a:cubicBezTo>
                  <a:cubicBezTo>
                    <a:pt x="441023" y="163185"/>
                    <a:pt x="425652" y="170536"/>
                    <a:pt x="457200" y="160020"/>
                  </a:cubicBezTo>
                  <a:cubicBezTo>
                    <a:pt x="472440" y="167640"/>
                    <a:pt x="490872" y="170832"/>
                    <a:pt x="502920" y="182880"/>
                  </a:cubicBezTo>
                  <a:cubicBezTo>
                    <a:pt x="510325" y="190285"/>
                    <a:pt x="506863" y="203554"/>
                    <a:pt x="510540" y="213360"/>
                  </a:cubicBezTo>
                  <a:cubicBezTo>
                    <a:pt x="514528" y="223996"/>
                    <a:pt x="518684" y="234970"/>
                    <a:pt x="525780" y="243840"/>
                  </a:cubicBezTo>
                  <a:cubicBezTo>
                    <a:pt x="577256" y="308185"/>
                    <a:pt x="551025" y="277920"/>
                    <a:pt x="594360" y="297180"/>
                  </a:cubicBezTo>
                  <a:cubicBezTo>
                    <a:pt x="609930" y="304100"/>
                    <a:pt x="624840" y="312420"/>
                    <a:pt x="640080" y="320040"/>
                  </a:cubicBezTo>
                  <a:cubicBezTo>
                    <a:pt x="678180" y="317500"/>
                    <a:pt x="716579" y="317820"/>
                    <a:pt x="754380" y="312420"/>
                  </a:cubicBezTo>
                  <a:cubicBezTo>
                    <a:pt x="770283" y="310148"/>
                    <a:pt x="800100" y="297180"/>
                    <a:pt x="800100" y="297180"/>
                  </a:cubicBezTo>
                  <a:cubicBezTo>
                    <a:pt x="832451" y="248653"/>
                    <a:pt x="791898" y="297439"/>
                    <a:pt x="861060" y="266700"/>
                  </a:cubicBezTo>
                  <a:cubicBezTo>
                    <a:pt x="870908" y="262323"/>
                    <a:pt x="874782" y="249551"/>
                    <a:pt x="883920" y="243840"/>
                  </a:cubicBezTo>
                  <a:cubicBezTo>
                    <a:pt x="896038" y="236266"/>
                    <a:pt x="957075" y="216915"/>
                    <a:pt x="967740" y="213360"/>
                  </a:cubicBezTo>
                  <a:cubicBezTo>
                    <a:pt x="1029596" y="151504"/>
                    <a:pt x="949445" y="223815"/>
                    <a:pt x="1021080" y="182880"/>
                  </a:cubicBezTo>
                  <a:cubicBezTo>
                    <a:pt x="1030436" y="177533"/>
                    <a:pt x="1035661" y="166919"/>
                    <a:pt x="1043940" y="160020"/>
                  </a:cubicBezTo>
                  <a:cubicBezTo>
                    <a:pt x="1050975" y="154157"/>
                    <a:pt x="1059180" y="149860"/>
                    <a:pt x="1066800" y="144780"/>
                  </a:cubicBezTo>
                  <a:cubicBezTo>
                    <a:pt x="1079500" y="149860"/>
                    <a:pt x="1093769" y="152070"/>
                    <a:pt x="1104900" y="160020"/>
                  </a:cubicBezTo>
                  <a:cubicBezTo>
                    <a:pt x="1112352" y="165343"/>
                    <a:pt x="1111949" y="178784"/>
                    <a:pt x="1120140" y="182880"/>
                  </a:cubicBezTo>
                  <a:cubicBezTo>
                    <a:pt x="1133959" y="189790"/>
                    <a:pt x="1150710" y="187470"/>
                    <a:pt x="1165860" y="190500"/>
                  </a:cubicBezTo>
                  <a:cubicBezTo>
                    <a:pt x="1176129" y="192554"/>
                    <a:pt x="1186180" y="195580"/>
                    <a:pt x="1196340" y="198120"/>
                  </a:cubicBezTo>
                  <a:cubicBezTo>
                    <a:pt x="1206500" y="205740"/>
                    <a:pt x="1216486" y="213598"/>
                    <a:pt x="1226820" y="220980"/>
                  </a:cubicBezTo>
                  <a:cubicBezTo>
                    <a:pt x="1296199" y="270536"/>
                    <a:pt x="1289710" y="244290"/>
                    <a:pt x="1440180" y="266700"/>
                  </a:cubicBezTo>
                  <a:cubicBezTo>
                    <a:pt x="1495962" y="275008"/>
                    <a:pt x="1551940" y="281940"/>
                    <a:pt x="1607820" y="289560"/>
                  </a:cubicBezTo>
                  <a:lnTo>
                    <a:pt x="1973580" y="281940"/>
                  </a:lnTo>
                  <a:cubicBezTo>
                    <a:pt x="1997750" y="281045"/>
                    <a:pt x="2019965" y="275023"/>
                    <a:pt x="2042160" y="266700"/>
                  </a:cubicBezTo>
                  <a:cubicBezTo>
                    <a:pt x="2054967" y="261897"/>
                    <a:pt x="2067284" y="255785"/>
                    <a:pt x="2080260" y="251460"/>
                  </a:cubicBezTo>
                  <a:cubicBezTo>
                    <a:pt x="2090195" y="248148"/>
                    <a:pt x="2100670" y="246717"/>
                    <a:pt x="2110740" y="243840"/>
                  </a:cubicBezTo>
                  <a:cubicBezTo>
                    <a:pt x="2144632" y="234157"/>
                    <a:pt x="2124378" y="236540"/>
                    <a:pt x="2164080" y="228600"/>
                  </a:cubicBezTo>
                  <a:cubicBezTo>
                    <a:pt x="2179230" y="225570"/>
                    <a:pt x="2194560" y="223520"/>
                    <a:pt x="2209800" y="220980"/>
                  </a:cubicBezTo>
                  <a:cubicBezTo>
                    <a:pt x="2298051" y="176855"/>
                    <a:pt x="2157280" y="244485"/>
                    <a:pt x="2301240" y="190500"/>
                  </a:cubicBezTo>
                  <a:cubicBezTo>
                    <a:pt x="2321560" y="182880"/>
                    <a:pt x="2341612" y="174503"/>
                    <a:pt x="2362200" y="167640"/>
                  </a:cubicBezTo>
                  <a:cubicBezTo>
                    <a:pt x="2379743" y="161792"/>
                    <a:pt x="2398162" y="158719"/>
                    <a:pt x="2415540" y="152400"/>
                  </a:cubicBezTo>
                  <a:cubicBezTo>
                    <a:pt x="2426215" y="148518"/>
                    <a:pt x="2435579" y="141635"/>
                    <a:pt x="2446020" y="137160"/>
                  </a:cubicBezTo>
                  <a:cubicBezTo>
                    <a:pt x="2453403" y="133996"/>
                    <a:pt x="2461540" y="132802"/>
                    <a:pt x="2468880" y="129540"/>
                  </a:cubicBezTo>
                  <a:cubicBezTo>
                    <a:pt x="2484450" y="122620"/>
                    <a:pt x="2499030" y="113600"/>
                    <a:pt x="2514600" y="106680"/>
                  </a:cubicBezTo>
                  <a:cubicBezTo>
                    <a:pt x="2521940" y="103418"/>
                    <a:pt x="2530077" y="102224"/>
                    <a:pt x="2537460" y="99060"/>
                  </a:cubicBezTo>
                  <a:cubicBezTo>
                    <a:pt x="2547901" y="94585"/>
                    <a:pt x="2557780" y="88900"/>
                    <a:pt x="2567940" y="83820"/>
                  </a:cubicBezTo>
                  <a:cubicBezTo>
                    <a:pt x="2630031" y="130388"/>
                    <a:pt x="2589440" y="97700"/>
                    <a:pt x="2682240" y="190500"/>
                  </a:cubicBezTo>
                  <a:cubicBezTo>
                    <a:pt x="2705100" y="213360"/>
                    <a:pt x="2720549" y="247729"/>
                    <a:pt x="2750820" y="259080"/>
                  </a:cubicBezTo>
                  <a:cubicBezTo>
                    <a:pt x="2771140" y="266700"/>
                    <a:pt x="2791192" y="275077"/>
                    <a:pt x="2811780" y="281940"/>
                  </a:cubicBezTo>
                  <a:cubicBezTo>
                    <a:pt x="2844555" y="292865"/>
                    <a:pt x="2878422" y="300477"/>
                    <a:pt x="2910840" y="312420"/>
                  </a:cubicBezTo>
                  <a:cubicBezTo>
                    <a:pt x="2936303" y="321801"/>
                    <a:pt x="2971072" y="343987"/>
                    <a:pt x="2994660" y="358140"/>
                  </a:cubicBezTo>
                  <a:cubicBezTo>
                    <a:pt x="3274644" y="295921"/>
                    <a:pt x="2906942" y="372726"/>
                    <a:pt x="3665220" y="335280"/>
                  </a:cubicBezTo>
                  <a:cubicBezTo>
                    <a:pt x="3674367" y="334828"/>
                    <a:pt x="3673309" y="318141"/>
                    <a:pt x="3680460" y="312420"/>
                  </a:cubicBezTo>
                  <a:cubicBezTo>
                    <a:pt x="3686732" y="307402"/>
                    <a:pt x="3696382" y="308847"/>
                    <a:pt x="3703320" y="304800"/>
                  </a:cubicBezTo>
                  <a:cubicBezTo>
                    <a:pt x="3727052" y="290956"/>
                    <a:pt x="3745836" y="267768"/>
                    <a:pt x="3771900" y="259080"/>
                  </a:cubicBezTo>
                  <a:cubicBezTo>
                    <a:pt x="3801214" y="249309"/>
                    <a:pt x="3822472" y="244617"/>
                    <a:pt x="3848100" y="228600"/>
                  </a:cubicBezTo>
                  <a:cubicBezTo>
                    <a:pt x="3916281" y="185987"/>
                    <a:pt x="3833720" y="217488"/>
                    <a:pt x="3954780" y="167640"/>
                  </a:cubicBezTo>
                  <a:cubicBezTo>
                    <a:pt x="3971879" y="160599"/>
                    <a:pt x="3990340" y="157480"/>
                    <a:pt x="4008120" y="152400"/>
                  </a:cubicBezTo>
                  <a:cubicBezTo>
                    <a:pt x="4018280" y="142240"/>
                    <a:pt x="4025393" y="127580"/>
                    <a:pt x="4038600" y="121920"/>
                  </a:cubicBezTo>
                  <a:cubicBezTo>
                    <a:pt x="4095943" y="97345"/>
                    <a:pt x="4101446" y="103342"/>
                    <a:pt x="4145280" y="114300"/>
                  </a:cubicBezTo>
                  <a:cubicBezTo>
                    <a:pt x="4150360" y="121920"/>
                    <a:pt x="4154044" y="130684"/>
                    <a:pt x="4160520" y="137160"/>
                  </a:cubicBezTo>
                  <a:cubicBezTo>
                    <a:pt x="4166996" y="143636"/>
                    <a:pt x="4178057" y="144948"/>
                    <a:pt x="4183380" y="152400"/>
                  </a:cubicBezTo>
                  <a:cubicBezTo>
                    <a:pt x="4191330" y="163531"/>
                    <a:pt x="4192960" y="178048"/>
                    <a:pt x="4198620" y="190500"/>
                  </a:cubicBezTo>
                  <a:cubicBezTo>
                    <a:pt x="4205671" y="206012"/>
                    <a:pt x="4212029" y="222043"/>
                    <a:pt x="4221480" y="236220"/>
                  </a:cubicBezTo>
                  <a:cubicBezTo>
                    <a:pt x="4227458" y="245186"/>
                    <a:pt x="4237441" y="250801"/>
                    <a:pt x="4244340" y="259080"/>
                  </a:cubicBezTo>
                  <a:cubicBezTo>
                    <a:pt x="4250203" y="266115"/>
                    <a:pt x="4254257" y="274488"/>
                    <a:pt x="4259580" y="281940"/>
                  </a:cubicBezTo>
                  <a:cubicBezTo>
                    <a:pt x="4266962" y="292274"/>
                    <a:pt x="4274820" y="302260"/>
                    <a:pt x="4282440" y="312420"/>
                  </a:cubicBezTo>
                  <a:cubicBezTo>
                    <a:pt x="4315981" y="413043"/>
                    <a:pt x="4279953" y="328792"/>
                    <a:pt x="4533900" y="342900"/>
                  </a:cubicBezTo>
                  <a:cubicBezTo>
                    <a:pt x="4544357" y="343481"/>
                    <a:pt x="4554220" y="347980"/>
                    <a:pt x="4564380" y="350520"/>
                  </a:cubicBezTo>
                  <a:cubicBezTo>
                    <a:pt x="4572000" y="342900"/>
                    <a:pt x="4578274" y="333638"/>
                    <a:pt x="4587240" y="327660"/>
                  </a:cubicBezTo>
                  <a:cubicBezTo>
                    <a:pt x="4593799" y="323287"/>
                    <a:pt x="4636515" y="313436"/>
                    <a:pt x="4640580" y="312420"/>
                  </a:cubicBezTo>
                  <a:cubicBezTo>
                    <a:pt x="4645660" y="304800"/>
                    <a:pt x="4649344" y="296036"/>
                    <a:pt x="4655820" y="289560"/>
                  </a:cubicBezTo>
                  <a:cubicBezTo>
                    <a:pt x="4662296" y="283084"/>
                    <a:pt x="4670729" y="278864"/>
                    <a:pt x="4678680" y="274320"/>
                  </a:cubicBezTo>
                  <a:cubicBezTo>
                    <a:pt x="4705045" y="259254"/>
                    <a:pt x="4706373" y="260009"/>
                    <a:pt x="4732020" y="251460"/>
                  </a:cubicBezTo>
                  <a:cubicBezTo>
                    <a:pt x="4744720" y="238760"/>
                    <a:pt x="4755752" y="224136"/>
                    <a:pt x="4770120" y="213360"/>
                  </a:cubicBezTo>
                  <a:cubicBezTo>
                    <a:pt x="4776546" y="208541"/>
                    <a:pt x="4785459" y="208560"/>
                    <a:pt x="4792980" y="205740"/>
                  </a:cubicBezTo>
                  <a:cubicBezTo>
                    <a:pt x="4805787" y="200937"/>
                    <a:pt x="4818380" y="195580"/>
                    <a:pt x="4831080" y="190500"/>
                  </a:cubicBezTo>
                  <a:cubicBezTo>
                    <a:pt x="4838700" y="182880"/>
                    <a:pt x="4848229" y="176778"/>
                    <a:pt x="4853940" y="167640"/>
                  </a:cubicBezTo>
                  <a:cubicBezTo>
                    <a:pt x="4861189" y="156041"/>
                    <a:pt x="4858383" y="137938"/>
                    <a:pt x="4869180" y="129540"/>
                  </a:cubicBezTo>
                  <a:cubicBezTo>
                    <a:pt x="4873471" y="126203"/>
                    <a:pt x="4938063" y="110414"/>
                    <a:pt x="4953000" y="106680"/>
                  </a:cubicBezTo>
                  <a:cubicBezTo>
                    <a:pt x="4963160" y="109220"/>
                    <a:pt x="4973854" y="110175"/>
                    <a:pt x="4983480" y="114300"/>
                  </a:cubicBezTo>
                  <a:cubicBezTo>
                    <a:pt x="5001609" y="122069"/>
                    <a:pt x="5013611" y="134471"/>
                    <a:pt x="5021580" y="152400"/>
                  </a:cubicBezTo>
                  <a:cubicBezTo>
                    <a:pt x="5028104" y="167080"/>
                    <a:pt x="5025924" y="186316"/>
                    <a:pt x="5036820" y="198120"/>
                  </a:cubicBezTo>
                  <a:cubicBezTo>
                    <a:pt x="5057850" y="220902"/>
                    <a:pt x="5113020" y="251460"/>
                    <a:pt x="5113020" y="251460"/>
                  </a:cubicBezTo>
                  <a:cubicBezTo>
                    <a:pt x="5127779" y="310495"/>
                    <a:pt x="5108578" y="255910"/>
                    <a:pt x="5143500" y="304800"/>
                  </a:cubicBezTo>
                  <a:cubicBezTo>
                    <a:pt x="5150102" y="314043"/>
                    <a:pt x="5152138" y="326037"/>
                    <a:pt x="5158740" y="335280"/>
                  </a:cubicBezTo>
                  <a:cubicBezTo>
                    <a:pt x="5168102" y="348387"/>
                    <a:pt x="5189608" y="365954"/>
                    <a:pt x="5204460" y="373380"/>
                  </a:cubicBezTo>
                  <a:cubicBezTo>
                    <a:pt x="5211644" y="376972"/>
                    <a:pt x="5219700" y="378460"/>
                    <a:pt x="5227320" y="381000"/>
                  </a:cubicBezTo>
                  <a:cubicBezTo>
                    <a:pt x="5233918" y="379350"/>
                    <a:pt x="5272158" y="370619"/>
                    <a:pt x="5280660" y="365760"/>
                  </a:cubicBezTo>
                  <a:cubicBezTo>
                    <a:pt x="5291687" y="359459"/>
                    <a:pt x="5299781" y="348580"/>
                    <a:pt x="5311140" y="342900"/>
                  </a:cubicBezTo>
                  <a:cubicBezTo>
                    <a:pt x="5325508" y="335716"/>
                    <a:pt x="5356860" y="327660"/>
                    <a:pt x="5356860" y="327660"/>
                  </a:cubicBezTo>
                  <a:cubicBezTo>
                    <a:pt x="5401474" y="283046"/>
                    <a:pt x="5354467" y="322652"/>
                    <a:pt x="5433060" y="289560"/>
                  </a:cubicBezTo>
                  <a:cubicBezTo>
                    <a:pt x="5464467" y="276336"/>
                    <a:pt x="5497238" y="264287"/>
                    <a:pt x="5524500" y="243840"/>
                  </a:cubicBezTo>
                  <a:cubicBezTo>
                    <a:pt x="5563358" y="214696"/>
                    <a:pt x="5542659" y="224060"/>
                    <a:pt x="5585460" y="213360"/>
                  </a:cubicBezTo>
                  <a:cubicBezTo>
                    <a:pt x="5590540" y="162560"/>
                    <a:pt x="5591725" y="111218"/>
                    <a:pt x="5600700" y="60960"/>
                  </a:cubicBezTo>
                  <a:cubicBezTo>
                    <a:pt x="5604515" y="39596"/>
                    <a:pt x="5623560" y="0"/>
                    <a:pt x="5623560" y="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549170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หัวใจ 3"/>
          <p:cNvSpPr/>
          <p:nvPr/>
        </p:nvSpPr>
        <p:spPr>
          <a:xfrm>
            <a:off x="2757714" y="1175657"/>
            <a:ext cx="4122057" cy="4194629"/>
          </a:xfrm>
          <a:prstGeom prst="hear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59292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กลุ่ม 5">
            <a:extLst>
              <a:ext uri="{FF2B5EF4-FFF2-40B4-BE49-F238E27FC236}">
                <a16:creationId xmlns="" xmlns:a16="http://schemas.microsoft.com/office/drawing/2014/main" id="{10F28B8C-F805-902E-23D7-9AA514697DC1}"/>
              </a:ext>
            </a:extLst>
          </p:cNvPr>
          <p:cNvGrpSpPr/>
          <p:nvPr/>
        </p:nvGrpSpPr>
        <p:grpSpPr>
          <a:xfrm>
            <a:off x="1001662" y="1340270"/>
            <a:ext cx="3490332" cy="3691054"/>
            <a:chOff x="3512634" y="1427356"/>
            <a:chExt cx="3490332" cy="3691054"/>
          </a:xfrm>
        </p:grpSpPr>
        <p:sp>
          <p:nvSpPr>
            <p:cNvPr id="4" name="รูปห้าเหลี่ยม 3">
              <a:extLst>
                <a:ext uri="{FF2B5EF4-FFF2-40B4-BE49-F238E27FC236}">
                  <a16:creationId xmlns="" xmlns:a16="http://schemas.microsoft.com/office/drawing/2014/main" id="{FA9689F6-1AA2-F72B-9188-79AE3724188E}"/>
                </a:ext>
              </a:extLst>
            </p:cNvPr>
            <p:cNvSpPr/>
            <p:nvPr/>
          </p:nvSpPr>
          <p:spPr>
            <a:xfrm>
              <a:off x="3512634" y="1427356"/>
              <a:ext cx="3490332" cy="3691054"/>
            </a:xfrm>
            <a:prstGeom prst="pent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แผนผังลำดับงาน: จุดร่วมการเชื่อมต่อ 4">
              <a:extLst>
                <a:ext uri="{FF2B5EF4-FFF2-40B4-BE49-F238E27FC236}">
                  <a16:creationId xmlns="" xmlns:a16="http://schemas.microsoft.com/office/drawing/2014/main" id="{655181DC-7B03-837E-153A-12E0F323D056}"/>
                </a:ext>
              </a:extLst>
            </p:cNvPr>
            <p:cNvSpPr/>
            <p:nvPr/>
          </p:nvSpPr>
          <p:spPr>
            <a:xfrm>
              <a:off x="4282068" y="2497873"/>
              <a:ext cx="1951463" cy="1862254"/>
            </a:xfrm>
            <a:prstGeom prst="flowChartSummingJunct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2" name="ปุ่มปฏิบัติการ: หน้าแรก 1">
            <a:hlinkClick r:id="" action="ppaction://hlinkshowjump?jump=firstslide" highlightClick="1"/>
          </p:cNvPr>
          <p:cNvSpPr/>
          <p:nvPr/>
        </p:nvSpPr>
        <p:spPr>
          <a:xfrm>
            <a:off x="10406743" y="0"/>
            <a:ext cx="1378858" cy="1233714"/>
          </a:xfrm>
          <a:prstGeom prst="actionButtonHom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7" name="ลูกศรเชื่อมต่อแบบตรง 6"/>
          <p:cNvCxnSpPr/>
          <p:nvPr/>
        </p:nvCxnSpPr>
        <p:spPr>
          <a:xfrm>
            <a:off x="10305143" y="306216"/>
            <a:ext cx="899886" cy="1126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กลุ่ม 13"/>
          <p:cNvGrpSpPr/>
          <p:nvPr/>
        </p:nvGrpSpPr>
        <p:grpSpPr>
          <a:xfrm>
            <a:off x="5261428" y="2061029"/>
            <a:ext cx="4020457" cy="3860800"/>
            <a:chOff x="5261428" y="2061029"/>
            <a:chExt cx="4020457" cy="3860800"/>
          </a:xfrm>
        </p:grpSpPr>
        <p:sp>
          <p:nvSpPr>
            <p:cNvPr id="13" name="วงรี 12"/>
            <p:cNvSpPr/>
            <p:nvPr/>
          </p:nvSpPr>
          <p:spPr>
            <a:xfrm>
              <a:off x="5261428" y="2061029"/>
              <a:ext cx="4020457" cy="38608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ADB9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12" name="กลุ่ม 11"/>
            <p:cNvGrpSpPr/>
            <p:nvPr/>
          </p:nvGrpSpPr>
          <p:grpSpPr>
            <a:xfrm>
              <a:off x="6037943" y="2410787"/>
              <a:ext cx="2423886" cy="2799842"/>
              <a:chOff x="6037943" y="2410787"/>
              <a:chExt cx="2423886" cy="2799842"/>
            </a:xfrm>
          </p:grpSpPr>
          <p:sp>
            <p:nvSpPr>
              <p:cNvPr id="11" name="สี่เหลี่ยมผืนผ้า 10"/>
              <p:cNvSpPr/>
              <p:nvPr/>
            </p:nvSpPr>
            <p:spPr>
              <a:xfrm>
                <a:off x="7837715" y="2897016"/>
                <a:ext cx="217714" cy="60818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8" name="สี่เหลี่ยมผืนผ้า 7"/>
              <p:cNvSpPr/>
              <p:nvPr/>
            </p:nvSpPr>
            <p:spPr>
              <a:xfrm>
                <a:off x="6444343" y="3570514"/>
                <a:ext cx="1611086" cy="164011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9" name="สามเหลี่ยมหน้าจั่ว 8"/>
              <p:cNvSpPr/>
              <p:nvPr/>
            </p:nvSpPr>
            <p:spPr>
              <a:xfrm>
                <a:off x="6037943" y="2410787"/>
                <a:ext cx="2423886" cy="1580642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0" name="สี่เหลี่ยมผืนผ้า 9"/>
              <p:cNvSpPr/>
              <p:nvPr/>
            </p:nvSpPr>
            <p:spPr>
              <a:xfrm>
                <a:off x="7104743" y="4542972"/>
                <a:ext cx="290286" cy="66765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809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แผนผังลำดับงาน: ตรวจเทียบ 3">
            <a:extLst>
              <a:ext uri="{FF2B5EF4-FFF2-40B4-BE49-F238E27FC236}">
                <a16:creationId xmlns="" xmlns:a16="http://schemas.microsoft.com/office/drawing/2014/main" id="{2D8DD41B-2632-093B-642A-974381AF4E8C}"/>
              </a:ext>
            </a:extLst>
          </p:cNvPr>
          <p:cNvSpPr/>
          <p:nvPr/>
        </p:nvSpPr>
        <p:spPr>
          <a:xfrm>
            <a:off x="3261674" y="1857080"/>
            <a:ext cx="2366128" cy="2498104"/>
          </a:xfrm>
          <a:prstGeom prst="flowChartCollate">
            <a:avLst/>
          </a:prstGeom>
          <a:solidFill>
            <a:srgbClr val="D55B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5" name="วงรี 4"/>
          <p:cNvSpPr/>
          <p:nvPr/>
        </p:nvSpPr>
        <p:spPr>
          <a:xfrm>
            <a:off x="7181850" y="3106132"/>
            <a:ext cx="2171700" cy="20955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00" b="1" dirty="0" smtClean="0">
                <a:latin typeface="Bahnschrift" panose="020B0502040204020203" pitchFamily="34" charset="0"/>
              </a:rPr>
              <a:t>Menu</a:t>
            </a:r>
          </a:p>
        </p:txBody>
      </p:sp>
    </p:spTree>
    <p:extLst>
      <p:ext uri="{BB962C8B-B14F-4D97-AF65-F5344CB8AC3E}">
        <p14:creationId xmlns:p14="http://schemas.microsoft.com/office/powerpoint/2010/main" val="80378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กลุ่ม 6">
            <a:extLst>
              <a:ext uri="{FF2B5EF4-FFF2-40B4-BE49-F238E27FC236}">
                <a16:creationId xmlns="" xmlns:a16="http://schemas.microsoft.com/office/drawing/2014/main" id="{E553D1EF-31E9-D3B3-C284-1E9693EA35E4}"/>
              </a:ext>
            </a:extLst>
          </p:cNvPr>
          <p:cNvGrpSpPr/>
          <p:nvPr/>
        </p:nvGrpSpPr>
        <p:grpSpPr>
          <a:xfrm>
            <a:off x="0" y="260075"/>
            <a:ext cx="1828800" cy="1677971"/>
            <a:chOff x="3279854" y="1751029"/>
            <a:chExt cx="1828800" cy="1677971"/>
          </a:xfrm>
        </p:grpSpPr>
        <p:sp>
          <p:nvSpPr>
            <p:cNvPr id="4" name="วงรี 3">
              <a:extLst>
                <a:ext uri="{FF2B5EF4-FFF2-40B4-BE49-F238E27FC236}">
                  <a16:creationId xmlns="" xmlns:a16="http://schemas.microsoft.com/office/drawing/2014/main" id="{68BC1E32-202F-6C5E-7B5F-9A36A3EC9926}"/>
                </a:ext>
              </a:extLst>
            </p:cNvPr>
            <p:cNvSpPr/>
            <p:nvPr/>
          </p:nvSpPr>
          <p:spPr>
            <a:xfrm>
              <a:off x="3279854" y="1751029"/>
              <a:ext cx="1828800" cy="1677971"/>
            </a:xfrm>
            <a:prstGeom prst="ellipse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เครื่องหมายคูณ 5">
              <a:extLst>
                <a:ext uri="{FF2B5EF4-FFF2-40B4-BE49-F238E27FC236}">
                  <a16:creationId xmlns="" xmlns:a16="http://schemas.microsoft.com/office/drawing/2014/main" id="{F429E2E2-D55A-1EF0-FA57-D1CD78CFD61E}"/>
                </a:ext>
              </a:extLst>
            </p:cNvPr>
            <p:cNvSpPr/>
            <p:nvPr/>
          </p:nvSpPr>
          <p:spPr>
            <a:xfrm>
              <a:off x="3279854" y="1751029"/>
              <a:ext cx="1828800" cy="1677971"/>
            </a:xfrm>
            <a:prstGeom prst="mathMultiply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12" name="AutoShape 2" descr="รูปมงกุฎ PNG, ภาพมงกุฎPSD, ดาวน์โหลดฟรี | Pngtree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13" name="AutoShape 4" descr="รูปมงกุฎ PNG, ภาพมงกุฎPSD, ดาวน์โหลดฟรี | Pngtree"/>
          <p:cNvSpPr>
            <a:spLocks noChangeAspect="1" noChangeArrowheads="1"/>
          </p:cNvSpPr>
          <p:nvPr/>
        </p:nvSpPr>
        <p:spPr bwMode="auto">
          <a:xfrm>
            <a:off x="6096000" y="3013075"/>
            <a:ext cx="5461000" cy="546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grpSp>
        <p:nvGrpSpPr>
          <p:cNvPr id="20" name="กลุ่ม 19"/>
          <p:cNvGrpSpPr/>
          <p:nvPr/>
        </p:nvGrpSpPr>
        <p:grpSpPr>
          <a:xfrm>
            <a:off x="4406386" y="1976146"/>
            <a:ext cx="3918464" cy="2519655"/>
            <a:chOff x="4406386" y="1976146"/>
            <a:chExt cx="3918464" cy="2519655"/>
          </a:xfrm>
        </p:grpSpPr>
        <p:sp>
          <p:nvSpPr>
            <p:cNvPr id="16" name="รูปแบบอิสระ 15"/>
            <p:cNvSpPr/>
            <p:nvPr/>
          </p:nvSpPr>
          <p:spPr>
            <a:xfrm>
              <a:off x="4527293" y="2400300"/>
              <a:ext cx="3797557" cy="2095501"/>
            </a:xfrm>
            <a:custGeom>
              <a:avLst/>
              <a:gdLst>
                <a:gd name="connsiteX0" fmla="*/ 96386 w 1568707"/>
                <a:gd name="connsiteY0" fmla="*/ 641518 h 1719737"/>
                <a:gd name="connsiteX1" fmla="*/ 58286 w 1568707"/>
                <a:gd name="connsiteY1" fmla="*/ 1536868 h 1719737"/>
                <a:gd name="connsiteX2" fmla="*/ 782186 w 1568707"/>
                <a:gd name="connsiteY2" fmla="*/ 1613068 h 1719737"/>
                <a:gd name="connsiteX3" fmla="*/ 1410836 w 1568707"/>
                <a:gd name="connsiteY3" fmla="*/ 1670218 h 1719737"/>
                <a:gd name="connsiteX4" fmla="*/ 1563236 w 1568707"/>
                <a:gd name="connsiteY4" fmla="*/ 832018 h 1719737"/>
                <a:gd name="connsiteX5" fmla="*/ 1277486 w 1568707"/>
                <a:gd name="connsiteY5" fmla="*/ 12868 h 1719737"/>
                <a:gd name="connsiteX6" fmla="*/ 1010786 w 1568707"/>
                <a:gd name="connsiteY6" fmla="*/ 412918 h 1719737"/>
                <a:gd name="connsiteX7" fmla="*/ 705986 w 1568707"/>
                <a:gd name="connsiteY7" fmla="*/ 12868 h 1719737"/>
                <a:gd name="connsiteX8" fmla="*/ 324986 w 1568707"/>
                <a:gd name="connsiteY8" fmla="*/ 412918 h 1719737"/>
                <a:gd name="connsiteX9" fmla="*/ 39236 w 1568707"/>
                <a:gd name="connsiteY9" fmla="*/ 12868 h 1719737"/>
                <a:gd name="connsiteX10" fmla="*/ 58286 w 1568707"/>
                <a:gd name="connsiteY10" fmla="*/ 1003468 h 171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8707" h="1719737">
                  <a:moveTo>
                    <a:pt x="96386" y="641518"/>
                  </a:moveTo>
                  <a:cubicBezTo>
                    <a:pt x="20186" y="1008230"/>
                    <a:pt x="-56014" y="1374943"/>
                    <a:pt x="58286" y="1536868"/>
                  </a:cubicBezTo>
                  <a:cubicBezTo>
                    <a:pt x="172586" y="1698793"/>
                    <a:pt x="782186" y="1613068"/>
                    <a:pt x="782186" y="1613068"/>
                  </a:cubicBezTo>
                  <a:cubicBezTo>
                    <a:pt x="1007611" y="1635293"/>
                    <a:pt x="1280661" y="1800393"/>
                    <a:pt x="1410836" y="1670218"/>
                  </a:cubicBezTo>
                  <a:cubicBezTo>
                    <a:pt x="1541011" y="1540043"/>
                    <a:pt x="1585461" y="1108243"/>
                    <a:pt x="1563236" y="832018"/>
                  </a:cubicBezTo>
                  <a:cubicBezTo>
                    <a:pt x="1541011" y="555793"/>
                    <a:pt x="1369561" y="82718"/>
                    <a:pt x="1277486" y="12868"/>
                  </a:cubicBezTo>
                  <a:cubicBezTo>
                    <a:pt x="1185411" y="-56982"/>
                    <a:pt x="1106036" y="412918"/>
                    <a:pt x="1010786" y="412918"/>
                  </a:cubicBezTo>
                  <a:cubicBezTo>
                    <a:pt x="915536" y="412918"/>
                    <a:pt x="820286" y="12868"/>
                    <a:pt x="705986" y="12868"/>
                  </a:cubicBezTo>
                  <a:cubicBezTo>
                    <a:pt x="591686" y="12868"/>
                    <a:pt x="436111" y="412918"/>
                    <a:pt x="324986" y="412918"/>
                  </a:cubicBezTo>
                  <a:cubicBezTo>
                    <a:pt x="213861" y="412918"/>
                    <a:pt x="83686" y="-85557"/>
                    <a:pt x="39236" y="12868"/>
                  </a:cubicBezTo>
                  <a:cubicBezTo>
                    <a:pt x="-5214" y="111293"/>
                    <a:pt x="26536" y="557380"/>
                    <a:pt x="58286" y="1003468"/>
                  </a:cubicBezTo>
                </a:path>
              </a:pathLst>
            </a:cu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วงรี 16"/>
            <p:cNvSpPr/>
            <p:nvPr/>
          </p:nvSpPr>
          <p:spPr>
            <a:xfrm>
              <a:off x="4406386" y="1976146"/>
              <a:ext cx="381000" cy="424154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9" name="วงรี 18"/>
            <p:cNvSpPr/>
            <p:nvPr/>
          </p:nvSpPr>
          <p:spPr>
            <a:xfrm>
              <a:off x="6096000" y="2013307"/>
              <a:ext cx="381000" cy="424154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2" name="วงรี 21"/>
            <p:cNvSpPr/>
            <p:nvPr/>
          </p:nvSpPr>
          <p:spPr>
            <a:xfrm>
              <a:off x="7404614" y="2070457"/>
              <a:ext cx="381000" cy="424154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58048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1378260" y="688897"/>
            <a:ext cx="9258300" cy="5270500"/>
            <a:chOff x="1378260" y="688897"/>
            <a:chExt cx="9258300" cy="5270500"/>
          </a:xfrm>
        </p:grpSpPr>
        <p:sp>
          <p:nvSpPr>
            <p:cNvPr id="4" name="สี่เหลี่ยมผืนผ้ามุมมน 3"/>
            <p:cNvSpPr/>
            <p:nvPr/>
          </p:nvSpPr>
          <p:spPr>
            <a:xfrm>
              <a:off x="1378260" y="688897"/>
              <a:ext cx="9258300" cy="52705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 smtClean="0"/>
                <a:t/>
              </a:r>
              <a:br>
                <a:rPr lang="th-TH" dirty="0" smtClean="0"/>
              </a:br>
              <a:r>
                <a:rPr lang="th-TH" dirty="0" smtClean="0"/>
                <a:t/>
              </a:r>
              <a:br>
                <a:rPr lang="th-TH" dirty="0" smtClean="0"/>
              </a:br>
              <a:endParaRPr lang="th-TH" dirty="0"/>
            </a:p>
          </p:txBody>
        </p:sp>
        <p:grpSp>
          <p:nvGrpSpPr>
            <p:cNvPr id="12" name="กลุ่ม 11"/>
            <p:cNvGrpSpPr/>
            <p:nvPr/>
          </p:nvGrpSpPr>
          <p:grpSpPr>
            <a:xfrm>
              <a:off x="5281922" y="2471649"/>
              <a:ext cx="1450976" cy="2146299"/>
              <a:chOff x="4695824" y="1114424"/>
              <a:chExt cx="2771775" cy="4257675"/>
            </a:xfrm>
          </p:grpSpPr>
          <p:sp>
            <p:nvSpPr>
              <p:cNvPr id="13" name="สี่เหลี่ยมผืนผ้ามุมมน 12"/>
              <p:cNvSpPr/>
              <p:nvPr/>
            </p:nvSpPr>
            <p:spPr>
              <a:xfrm>
                <a:off x="4982559" y="3982441"/>
                <a:ext cx="796487" cy="1389658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4" name="สี่เหลี่ยมผืนผ้ามุมมน 13"/>
              <p:cNvSpPr/>
              <p:nvPr/>
            </p:nvSpPr>
            <p:spPr>
              <a:xfrm>
                <a:off x="6400306" y="3982441"/>
                <a:ext cx="796487" cy="1389658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5" name="สี่เหลี่ยมผืนผ้ามุมมน 14"/>
              <p:cNvSpPr/>
              <p:nvPr/>
            </p:nvSpPr>
            <p:spPr>
              <a:xfrm>
                <a:off x="4695824" y="1114424"/>
                <a:ext cx="2771775" cy="3222823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6" name="สี่เหลี่ยมผืนผ้ามุมมน 15"/>
              <p:cNvSpPr/>
              <p:nvPr/>
            </p:nvSpPr>
            <p:spPr>
              <a:xfrm>
                <a:off x="5229470" y="1454445"/>
                <a:ext cx="1704484" cy="87223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7" name="ลูกศรขวา 16"/>
            <p:cNvSpPr/>
            <p:nvPr/>
          </p:nvSpPr>
          <p:spPr>
            <a:xfrm>
              <a:off x="7536410" y="2883274"/>
              <a:ext cx="1219200" cy="881746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1" name="ลูกศรขวา 20"/>
            <p:cNvSpPr/>
            <p:nvPr/>
          </p:nvSpPr>
          <p:spPr>
            <a:xfrm rot="10800000">
              <a:off x="3290513" y="2951526"/>
              <a:ext cx="1219200" cy="881746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2" name="ลูกศรขวา 21"/>
            <p:cNvSpPr/>
            <p:nvPr/>
          </p:nvSpPr>
          <p:spPr>
            <a:xfrm rot="16200000">
              <a:off x="5403071" y="1173526"/>
              <a:ext cx="1219200" cy="881746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3" name="กล่องข้อความ 22"/>
            <p:cNvSpPr txBox="1"/>
            <p:nvPr/>
          </p:nvSpPr>
          <p:spPr>
            <a:xfrm>
              <a:off x="7472317" y="3833273"/>
              <a:ext cx="13949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3200" dirty="0" smtClean="0"/>
                <a:t>ไปข้างหน้า</a:t>
              </a:r>
              <a:endParaRPr lang="th-TH" sz="3200" dirty="0"/>
            </a:p>
          </p:txBody>
        </p:sp>
        <p:sp>
          <p:nvSpPr>
            <p:cNvPr id="24" name="กล่องข้อความ 23"/>
            <p:cNvSpPr txBox="1"/>
            <p:nvPr/>
          </p:nvSpPr>
          <p:spPr>
            <a:xfrm>
              <a:off x="3606800" y="4125660"/>
              <a:ext cx="184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th-TH" dirty="0"/>
            </a:p>
          </p:txBody>
        </p:sp>
        <p:sp>
          <p:nvSpPr>
            <p:cNvPr id="26" name="กล่องข้อความ 25"/>
            <p:cNvSpPr txBox="1"/>
            <p:nvPr/>
          </p:nvSpPr>
          <p:spPr>
            <a:xfrm>
              <a:off x="3389968" y="3870108"/>
              <a:ext cx="13708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3200" dirty="0" smtClean="0"/>
                <a:t>ไปข้างหลัง</a:t>
              </a:r>
              <a:endParaRPr lang="th-TH" sz="3200" dirty="0"/>
            </a:p>
          </p:txBody>
        </p:sp>
        <p:sp>
          <p:nvSpPr>
            <p:cNvPr id="28" name="กล่องข้อความ 27"/>
            <p:cNvSpPr txBox="1"/>
            <p:nvPr/>
          </p:nvSpPr>
          <p:spPr>
            <a:xfrm>
              <a:off x="6591136" y="1588776"/>
              <a:ext cx="10615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3200" dirty="0" smtClean="0"/>
                <a:t>กระโดด</a:t>
              </a:r>
              <a:endParaRPr lang="th-TH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367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กลุ่ม 4"/>
          <p:cNvGrpSpPr/>
          <p:nvPr/>
        </p:nvGrpSpPr>
        <p:grpSpPr>
          <a:xfrm>
            <a:off x="1" y="0"/>
            <a:ext cx="12192000" cy="6858000"/>
            <a:chOff x="1" y="0"/>
            <a:chExt cx="12192000" cy="6858000"/>
          </a:xfrm>
        </p:grpSpPr>
        <p:sp>
          <p:nvSpPr>
            <p:cNvPr id="3" name="สี่เหลี่ยมผืนผ้ามุมมน 2"/>
            <p:cNvSpPr/>
            <p:nvPr/>
          </p:nvSpPr>
          <p:spPr>
            <a:xfrm>
              <a:off x="1" y="0"/>
              <a:ext cx="12192000" cy="6858000"/>
            </a:xfrm>
            <a:prstGeom prst="roundRect">
              <a:avLst>
                <a:gd name="adj" fmla="val 7355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" name="กล่องข้อความ 1"/>
            <p:cNvSpPr txBox="1"/>
            <p:nvPr/>
          </p:nvSpPr>
          <p:spPr>
            <a:xfrm>
              <a:off x="685705" y="1032063"/>
              <a:ext cx="10820591" cy="40318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dirty="0" smtClean="0"/>
                <a:t>1</a:t>
              </a:r>
              <a:r>
                <a:rPr lang="en-US" sz="2400" dirty="0" smtClean="0"/>
                <a:t>.</a:t>
              </a:r>
              <a:r>
                <a:rPr lang="th-TH" dirty="0" smtClean="0"/>
                <a:t>ตั้งชื่อทั้งสองผู้เล่น</a:t>
              </a:r>
            </a:p>
            <a:p>
              <a:r>
                <a:rPr lang="th-TH" dirty="0" smtClean="0"/>
                <a:t>1.1 ผู้คนที่หนึ่งใช้ปุ่ม </a:t>
              </a:r>
              <a:r>
                <a:rPr lang="en-US" dirty="0" smtClean="0"/>
                <a:t>ARROW </a:t>
              </a:r>
              <a:r>
                <a:rPr lang="th-TH" dirty="0" smtClean="0"/>
                <a:t>ในการเล่น</a:t>
              </a:r>
            </a:p>
            <a:p>
              <a:r>
                <a:rPr lang="th-TH" dirty="0" smtClean="0"/>
                <a:t>1.2 ผู้คนที่สองใช้ปุ่ม </a:t>
              </a:r>
              <a:r>
                <a:rPr lang="en-US" dirty="0" smtClean="0"/>
                <a:t>A , D , SPACE </a:t>
              </a:r>
              <a:r>
                <a:rPr lang="th-TH" dirty="0" smtClean="0"/>
                <a:t>ในการเล่น</a:t>
              </a:r>
              <a:endParaRPr lang="th-TH" dirty="0"/>
            </a:p>
            <a:p>
              <a:endParaRPr lang="th-TH" dirty="0"/>
            </a:p>
            <a:p>
              <a:r>
                <a:rPr lang="th-TH" sz="3000" b="1" dirty="0" smtClean="0"/>
                <a:t>2</a:t>
              </a:r>
              <a:r>
                <a:rPr lang="th-TH" sz="2400" b="1" dirty="0" smtClean="0"/>
                <a:t>.</a:t>
              </a:r>
              <a:r>
                <a:rPr lang="th-TH" dirty="0" smtClean="0"/>
                <a:t>ผู้เล่นทั้งสองต้องแข่งกันเก็บแต้ม มีทั้งหมดสามด่าน</a:t>
              </a:r>
            </a:p>
            <a:p>
              <a:r>
                <a:rPr lang="th-TH" dirty="0" smtClean="0"/>
                <a:t>2.1 โดยด่านที่หนึ่งและด่านที่สอง แต้มคะแนนสีเหลืองจะบวก ห้าคะแนน</a:t>
              </a:r>
              <a:r>
                <a:rPr lang="th-TH" dirty="0"/>
                <a:t> </a:t>
              </a:r>
              <a:endParaRPr lang="th-TH" dirty="0" smtClean="0"/>
            </a:p>
            <a:p>
              <a:r>
                <a:rPr lang="th-TH" dirty="0" smtClean="0"/>
                <a:t>2.2 ด่านที่สาม มีอุปสรรคคือ แต้มคะแนนสีดำจะลบ สิบห้าคะแนน และมีแต้มคะแนนช่วยสีชมพูบวก สิบคะแนน</a:t>
              </a:r>
            </a:p>
            <a:p>
              <a:endParaRPr lang="th-TH" dirty="0"/>
            </a:p>
            <a:p>
              <a:r>
                <a:rPr lang="th-TH" sz="3000" b="1" dirty="0" smtClean="0"/>
                <a:t>3</a:t>
              </a:r>
              <a:r>
                <a:rPr lang="th-TH" b="1" dirty="0" smtClean="0"/>
                <a:t>.</a:t>
              </a:r>
              <a:r>
                <a:rPr lang="th-TH" dirty="0" smtClean="0"/>
                <a:t>เมื่อเล่นครบทุกด่าน ใครที่เก็บแต้มได้เยอะที่สุดจะเป็นผู้ชนะ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712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46" y="508000"/>
            <a:ext cx="10058400" cy="5662245"/>
          </a:xfrm>
          <a:prstGeom prst="rect">
            <a:avLst/>
          </a:prstGeom>
        </p:spPr>
      </p:pic>
      <p:sp>
        <p:nvSpPr>
          <p:cNvPr id="5" name="สี่เหลี่ยมผืนผ้ามุมมน 4"/>
          <p:cNvSpPr/>
          <p:nvPr/>
        </p:nvSpPr>
        <p:spPr>
          <a:xfrm>
            <a:off x="1059543" y="595086"/>
            <a:ext cx="9724571" cy="54283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0004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96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116</Words>
  <Application>Microsoft Office PowerPoint</Application>
  <PresentationFormat>แบบจอกว้าง</PresentationFormat>
  <Paragraphs>18</Paragraphs>
  <Slides>26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7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26</vt:i4>
      </vt:variant>
    </vt:vector>
  </HeadingPairs>
  <TitlesOfParts>
    <vt:vector size="34" baseType="lpstr">
      <vt:lpstr>Angsana New</vt:lpstr>
      <vt:lpstr>Arial</vt:lpstr>
      <vt:lpstr>Arial Black</vt:lpstr>
      <vt:lpstr>Bahnschrift</vt:lpstr>
      <vt:lpstr>Calibri</vt:lpstr>
      <vt:lpstr>Calibri Light</vt:lpstr>
      <vt:lpstr>Cordia New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User</dc:creator>
  <cp:lastModifiedBy>HP</cp:lastModifiedBy>
  <cp:revision>33</cp:revision>
  <dcterms:created xsi:type="dcterms:W3CDTF">2025-12-01T02:51:48Z</dcterms:created>
  <dcterms:modified xsi:type="dcterms:W3CDTF">2025-12-02T07:47:06Z</dcterms:modified>
</cp:coreProperties>
</file>