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66" r:id="rId5"/>
    <p:sldId id="258" r:id="rId6"/>
    <p:sldId id="263" r:id="rId7"/>
    <p:sldId id="264" r:id="rId8"/>
    <p:sldId id="267" r:id="rId9"/>
    <p:sldId id="259" r:id="rId10"/>
    <p:sldId id="261" r:id="rId11"/>
    <p:sldId id="260" r:id="rId12"/>
    <p:sldId id="262" r:id="rId13"/>
    <p:sldId id="265" r:id="rId14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CEDA"/>
    <a:srgbClr val="7AB7D2"/>
    <a:srgbClr val="FF66CC"/>
    <a:srgbClr val="767171"/>
    <a:srgbClr val="8FBEE9"/>
    <a:srgbClr val="92D050"/>
    <a:srgbClr val="A9D18E"/>
    <a:srgbClr val="33CCFF"/>
    <a:srgbClr val="33333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86" d="100"/>
          <a:sy n="86" d="100"/>
        </p:scale>
        <p:origin x="73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 smtClean="0"/>
              <a:t>คลิกเพื่อแก้ไขสไตล์ชื่อเรื่องรองต้นแบบ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00226-9DD7-4BDB-87B7-FB3D366CA8AC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2B8-67D8-4D1C-8BE9-E76D626FC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73738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00226-9DD7-4BDB-87B7-FB3D366CA8AC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2B8-67D8-4D1C-8BE9-E76D626FC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43355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00226-9DD7-4BDB-87B7-FB3D366CA8AC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2B8-67D8-4D1C-8BE9-E76D626FC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89181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00226-9DD7-4BDB-87B7-FB3D366CA8AC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2B8-67D8-4D1C-8BE9-E76D626FC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6009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ข้อความ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7" name="ตัวแทน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00226-9DD7-4BDB-87B7-FB3D366CA8AC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8" name="ตัวแทน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2B8-67D8-4D1C-8BE9-E76D626FC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90769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00226-9DD7-4BDB-87B7-FB3D366CA8AC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4" name="ตัวแทน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2B8-67D8-4D1C-8BE9-E76D626FC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60432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00226-9DD7-4BDB-87B7-FB3D366CA8AC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2B8-67D8-4D1C-8BE9-E76D626FC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20833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00226-9DD7-4BDB-87B7-FB3D366CA8AC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2B8-67D8-4D1C-8BE9-E76D626FC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53395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รูปภาพ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00226-9DD7-4BDB-87B7-FB3D366CA8AC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2B8-67D8-4D1C-8BE9-E76D626FC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16958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00226-9DD7-4BDB-87B7-FB3D366CA8AC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2B8-67D8-4D1C-8BE9-E76D626FC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25641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00226-9DD7-4BDB-87B7-FB3D366CA8AC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2B8-67D8-4D1C-8BE9-E76D626FC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47284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00226-9DD7-4BDB-87B7-FB3D366CA8AC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CE2B8-67D8-4D1C-8BE9-E76D626FC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25586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52000">
                <a:srgbClr val="CC0000">
                  <a:shade val="67500"/>
                  <a:satMod val="115000"/>
                </a:srgbClr>
              </a:gs>
              <a:gs pos="100000">
                <a:srgbClr val="FF212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รูปแบบอิสระ 16"/>
          <p:cNvSpPr/>
          <p:nvPr/>
        </p:nvSpPr>
        <p:spPr>
          <a:xfrm>
            <a:off x="10184683" y="5228772"/>
            <a:ext cx="2837545" cy="1632857"/>
          </a:xfrm>
          <a:custGeom>
            <a:avLst/>
            <a:gdLst>
              <a:gd name="connsiteX0" fmla="*/ 2807683 w 2837545"/>
              <a:gd name="connsiteY0" fmla="*/ 1598489 h 1632857"/>
              <a:gd name="connsiteX1" fmla="*/ 2837545 w 2837545"/>
              <a:gd name="connsiteY1" fmla="*/ 1632857 h 1632857"/>
              <a:gd name="connsiteX2" fmla="*/ 2807683 w 2837545"/>
              <a:gd name="connsiteY2" fmla="*/ 1632857 h 1632857"/>
              <a:gd name="connsiteX3" fmla="*/ 1418773 w 2837545"/>
              <a:gd name="connsiteY3" fmla="*/ 0 h 1632857"/>
              <a:gd name="connsiteX4" fmla="*/ 2007977 w 2837545"/>
              <a:gd name="connsiteY4" fmla="*/ 678112 h 1632857"/>
              <a:gd name="connsiteX5" fmla="*/ 2007977 w 2837545"/>
              <a:gd name="connsiteY5" fmla="*/ 1632857 h 1632857"/>
              <a:gd name="connsiteX6" fmla="*/ 0 w 2837545"/>
              <a:gd name="connsiteY6" fmla="*/ 1632857 h 163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37545" h="1632857">
                <a:moveTo>
                  <a:pt x="2807683" y="1598489"/>
                </a:moveTo>
                <a:lnTo>
                  <a:pt x="2837545" y="1632857"/>
                </a:lnTo>
                <a:lnTo>
                  <a:pt x="2807683" y="1632857"/>
                </a:lnTo>
                <a:close/>
                <a:moveTo>
                  <a:pt x="1418773" y="0"/>
                </a:moveTo>
                <a:lnTo>
                  <a:pt x="2007977" y="678112"/>
                </a:lnTo>
                <a:lnTo>
                  <a:pt x="2007977" y="1632857"/>
                </a:lnTo>
                <a:lnTo>
                  <a:pt x="0" y="1632857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th-TH" dirty="0"/>
          </a:p>
        </p:txBody>
      </p:sp>
      <p:sp>
        <p:nvSpPr>
          <p:cNvPr id="19" name="รูปแบบอิสระ 18"/>
          <p:cNvSpPr/>
          <p:nvPr/>
        </p:nvSpPr>
        <p:spPr>
          <a:xfrm flipH="1">
            <a:off x="-830228" y="5225143"/>
            <a:ext cx="2837545" cy="1632857"/>
          </a:xfrm>
          <a:custGeom>
            <a:avLst/>
            <a:gdLst>
              <a:gd name="connsiteX0" fmla="*/ 2807683 w 2837545"/>
              <a:gd name="connsiteY0" fmla="*/ 1598489 h 1632857"/>
              <a:gd name="connsiteX1" fmla="*/ 2837545 w 2837545"/>
              <a:gd name="connsiteY1" fmla="*/ 1632857 h 1632857"/>
              <a:gd name="connsiteX2" fmla="*/ 2807683 w 2837545"/>
              <a:gd name="connsiteY2" fmla="*/ 1632857 h 1632857"/>
              <a:gd name="connsiteX3" fmla="*/ 1418773 w 2837545"/>
              <a:gd name="connsiteY3" fmla="*/ 0 h 1632857"/>
              <a:gd name="connsiteX4" fmla="*/ 2007977 w 2837545"/>
              <a:gd name="connsiteY4" fmla="*/ 678112 h 1632857"/>
              <a:gd name="connsiteX5" fmla="*/ 2007977 w 2837545"/>
              <a:gd name="connsiteY5" fmla="*/ 1632857 h 1632857"/>
              <a:gd name="connsiteX6" fmla="*/ 0 w 2837545"/>
              <a:gd name="connsiteY6" fmla="*/ 1632857 h 163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37545" h="1632857">
                <a:moveTo>
                  <a:pt x="2807683" y="1598489"/>
                </a:moveTo>
                <a:lnTo>
                  <a:pt x="2837545" y="1632857"/>
                </a:lnTo>
                <a:lnTo>
                  <a:pt x="2807683" y="1632857"/>
                </a:lnTo>
                <a:close/>
                <a:moveTo>
                  <a:pt x="1418773" y="0"/>
                </a:moveTo>
                <a:lnTo>
                  <a:pt x="2007977" y="678112"/>
                </a:lnTo>
                <a:lnTo>
                  <a:pt x="2007977" y="1632857"/>
                </a:lnTo>
                <a:lnTo>
                  <a:pt x="0" y="1632857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th-TH"/>
          </a:p>
        </p:txBody>
      </p:sp>
      <p:grpSp>
        <p:nvGrpSpPr>
          <p:cNvPr id="8" name="กลุ่ม 7"/>
          <p:cNvGrpSpPr/>
          <p:nvPr/>
        </p:nvGrpSpPr>
        <p:grpSpPr>
          <a:xfrm>
            <a:off x="38591" y="4930346"/>
            <a:ext cx="12156531" cy="1931283"/>
            <a:chOff x="38591" y="4930346"/>
            <a:chExt cx="12156531" cy="1931283"/>
          </a:xfrm>
        </p:grpSpPr>
        <p:sp>
          <p:nvSpPr>
            <p:cNvPr id="6" name="สามเหลี่ยมหน้าจั่ว 5"/>
            <p:cNvSpPr/>
            <p:nvPr/>
          </p:nvSpPr>
          <p:spPr>
            <a:xfrm>
              <a:off x="2997201" y="5522686"/>
              <a:ext cx="1981199" cy="1335314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" name="สามเหลี่ยมหน้าจั่ว 10"/>
            <p:cNvSpPr/>
            <p:nvPr/>
          </p:nvSpPr>
          <p:spPr>
            <a:xfrm>
              <a:off x="5823855" y="5225142"/>
              <a:ext cx="1912259" cy="1632857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" name="สามเหลี่ยมหน้าจั่ว 12"/>
            <p:cNvSpPr/>
            <p:nvPr/>
          </p:nvSpPr>
          <p:spPr>
            <a:xfrm>
              <a:off x="8779328" y="5290457"/>
              <a:ext cx="2369458" cy="1567543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4" name="สามเหลี่ยมหน้าจั่ว 13"/>
            <p:cNvSpPr/>
            <p:nvPr/>
          </p:nvSpPr>
          <p:spPr>
            <a:xfrm>
              <a:off x="634998" y="5471884"/>
              <a:ext cx="1797962" cy="1382486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5" name="สามเหลี่ยมหน้าจั่ว 14"/>
            <p:cNvSpPr/>
            <p:nvPr/>
          </p:nvSpPr>
          <p:spPr>
            <a:xfrm>
              <a:off x="1765299" y="5290457"/>
              <a:ext cx="2226130" cy="1567542"/>
            </a:xfrm>
            <a:prstGeom prst="triangle">
              <a:avLst>
                <a:gd name="adj" fmla="val 4936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6" name="สามเหลี่ยมหน้าจั่ว 15"/>
            <p:cNvSpPr/>
            <p:nvPr/>
          </p:nvSpPr>
          <p:spPr>
            <a:xfrm>
              <a:off x="4044098" y="5221512"/>
              <a:ext cx="2476473" cy="1636487"/>
            </a:xfrm>
            <a:prstGeom prst="triangle">
              <a:avLst>
                <a:gd name="adj" fmla="val 5130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8" name="สามเหลี่ยมหน้าจั่ว 17"/>
            <p:cNvSpPr/>
            <p:nvPr/>
          </p:nvSpPr>
          <p:spPr>
            <a:xfrm>
              <a:off x="7237157" y="4930346"/>
              <a:ext cx="2141616" cy="1927654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0" name="สามเหลี่ยมหน้าจั่ว 19"/>
            <p:cNvSpPr/>
            <p:nvPr/>
          </p:nvSpPr>
          <p:spPr>
            <a:xfrm>
              <a:off x="4595335" y="5805171"/>
              <a:ext cx="1438492" cy="1056458"/>
            </a:xfrm>
            <a:prstGeom prst="triangle">
              <a:avLst>
                <a:gd name="adj" fmla="val 51302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2" name="สามเหลี่ยมหน้าจั่ว 21"/>
            <p:cNvSpPr/>
            <p:nvPr/>
          </p:nvSpPr>
          <p:spPr>
            <a:xfrm>
              <a:off x="6040070" y="5805171"/>
              <a:ext cx="1438492" cy="1056458"/>
            </a:xfrm>
            <a:prstGeom prst="triangle">
              <a:avLst>
                <a:gd name="adj" fmla="val 51302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3" name="สามเหลี่ยมหน้าจั่ว 22"/>
            <p:cNvSpPr/>
            <p:nvPr/>
          </p:nvSpPr>
          <p:spPr>
            <a:xfrm>
              <a:off x="9199387" y="5805171"/>
              <a:ext cx="1438492" cy="1056458"/>
            </a:xfrm>
            <a:prstGeom prst="triangle">
              <a:avLst>
                <a:gd name="adj" fmla="val 51302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4" name="สามเหลี่ยมหน้าจั่ว 23"/>
            <p:cNvSpPr/>
            <p:nvPr/>
          </p:nvSpPr>
          <p:spPr>
            <a:xfrm>
              <a:off x="3277115" y="5801542"/>
              <a:ext cx="1438492" cy="1056458"/>
            </a:xfrm>
            <a:prstGeom prst="triangle">
              <a:avLst>
                <a:gd name="adj" fmla="val 51302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5" name="สามเหลี่ยมหน้าจั่ว 24"/>
            <p:cNvSpPr/>
            <p:nvPr/>
          </p:nvSpPr>
          <p:spPr>
            <a:xfrm>
              <a:off x="7590395" y="5805171"/>
              <a:ext cx="1438492" cy="1056458"/>
            </a:xfrm>
            <a:prstGeom prst="triangle">
              <a:avLst>
                <a:gd name="adj" fmla="val 51302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6" name="สามเหลี่ยมหน้าจั่ว 25"/>
            <p:cNvSpPr/>
            <p:nvPr/>
          </p:nvSpPr>
          <p:spPr>
            <a:xfrm>
              <a:off x="10756630" y="5801542"/>
              <a:ext cx="1438492" cy="1056458"/>
            </a:xfrm>
            <a:prstGeom prst="triangle">
              <a:avLst>
                <a:gd name="adj" fmla="val 51302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7" name="สามเหลี่ยมหน้าจั่ว 26"/>
            <p:cNvSpPr/>
            <p:nvPr/>
          </p:nvSpPr>
          <p:spPr>
            <a:xfrm>
              <a:off x="773372" y="5805171"/>
              <a:ext cx="1438492" cy="1056458"/>
            </a:xfrm>
            <a:prstGeom prst="triangle">
              <a:avLst>
                <a:gd name="adj" fmla="val 51302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8" name="สามเหลี่ยมหน้าจั่ว 27"/>
            <p:cNvSpPr/>
            <p:nvPr/>
          </p:nvSpPr>
          <p:spPr>
            <a:xfrm>
              <a:off x="2098089" y="5801542"/>
              <a:ext cx="1438492" cy="1056458"/>
            </a:xfrm>
            <a:prstGeom prst="triangle">
              <a:avLst>
                <a:gd name="adj" fmla="val 51302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9" name="สามเหลี่ยมหน้าจั่ว 28"/>
            <p:cNvSpPr/>
            <p:nvPr/>
          </p:nvSpPr>
          <p:spPr>
            <a:xfrm>
              <a:off x="38591" y="5818938"/>
              <a:ext cx="937214" cy="1042691"/>
            </a:xfrm>
            <a:prstGeom prst="triangle">
              <a:avLst>
                <a:gd name="adj" fmla="val 51302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829109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35469" y="2845068"/>
            <a:ext cx="12156531" cy="1931283"/>
            <a:chOff x="38591" y="4930346"/>
            <a:chExt cx="12156531" cy="1931283"/>
          </a:xfrm>
        </p:grpSpPr>
        <p:sp>
          <p:nvSpPr>
            <p:cNvPr id="3" name="สามเหลี่ยมหน้าจั่ว 2"/>
            <p:cNvSpPr/>
            <p:nvPr/>
          </p:nvSpPr>
          <p:spPr>
            <a:xfrm>
              <a:off x="2997201" y="5522686"/>
              <a:ext cx="1981199" cy="1335314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สามเหลี่ยมหน้าจั่ว 3"/>
            <p:cNvSpPr/>
            <p:nvPr/>
          </p:nvSpPr>
          <p:spPr>
            <a:xfrm>
              <a:off x="5823855" y="5225142"/>
              <a:ext cx="1912259" cy="1632857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" name="สามเหลี่ยมหน้าจั่ว 4"/>
            <p:cNvSpPr/>
            <p:nvPr/>
          </p:nvSpPr>
          <p:spPr>
            <a:xfrm>
              <a:off x="8779328" y="5290457"/>
              <a:ext cx="2369458" cy="1567543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สามเหลี่ยมหน้าจั่ว 5"/>
            <p:cNvSpPr/>
            <p:nvPr/>
          </p:nvSpPr>
          <p:spPr>
            <a:xfrm>
              <a:off x="634998" y="5471884"/>
              <a:ext cx="1797962" cy="1382486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7" name="สามเหลี่ยมหน้าจั่ว 6"/>
            <p:cNvSpPr/>
            <p:nvPr/>
          </p:nvSpPr>
          <p:spPr>
            <a:xfrm>
              <a:off x="1765299" y="5290457"/>
              <a:ext cx="2226130" cy="1567542"/>
            </a:xfrm>
            <a:prstGeom prst="triangle">
              <a:avLst>
                <a:gd name="adj" fmla="val 4936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สามเหลี่ยมหน้าจั่ว 7"/>
            <p:cNvSpPr/>
            <p:nvPr/>
          </p:nvSpPr>
          <p:spPr>
            <a:xfrm>
              <a:off x="4044098" y="5221512"/>
              <a:ext cx="2476473" cy="1636487"/>
            </a:xfrm>
            <a:prstGeom prst="triangle">
              <a:avLst>
                <a:gd name="adj" fmla="val 5130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สามเหลี่ยมหน้าจั่ว 8"/>
            <p:cNvSpPr/>
            <p:nvPr/>
          </p:nvSpPr>
          <p:spPr>
            <a:xfrm>
              <a:off x="7237157" y="4930346"/>
              <a:ext cx="2141616" cy="1927654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0" name="สามเหลี่ยมหน้าจั่ว 9"/>
            <p:cNvSpPr/>
            <p:nvPr/>
          </p:nvSpPr>
          <p:spPr>
            <a:xfrm>
              <a:off x="4595335" y="5805171"/>
              <a:ext cx="1438492" cy="1056458"/>
            </a:xfrm>
            <a:prstGeom prst="triangle">
              <a:avLst>
                <a:gd name="adj" fmla="val 51302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" name="สามเหลี่ยมหน้าจั่ว 10"/>
            <p:cNvSpPr/>
            <p:nvPr/>
          </p:nvSpPr>
          <p:spPr>
            <a:xfrm>
              <a:off x="6040070" y="5805171"/>
              <a:ext cx="1438492" cy="1056458"/>
            </a:xfrm>
            <a:prstGeom prst="triangle">
              <a:avLst>
                <a:gd name="adj" fmla="val 51302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2" name="สามเหลี่ยมหน้าจั่ว 11"/>
            <p:cNvSpPr/>
            <p:nvPr/>
          </p:nvSpPr>
          <p:spPr>
            <a:xfrm>
              <a:off x="9199387" y="5805171"/>
              <a:ext cx="1438492" cy="1056458"/>
            </a:xfrm>
            <a:prstGeom prst="triangle">
              <a:avLst>
                <a:gd name="adj" fmla="val 51302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" name="สามเหลี่ยมหน้าจั่ว 12"/>
            <p:cNvSpPr/>
            <p:nvPr/>
          </p:nvSpPr>
          <p:spPr>
            <a:xfrm>
              <a:off x="3277115" y="5801542"/>
              <a:ext cx="1438492" cy="1056458"/>
            </a:xfrm>
            <a:prstGeom prst="triangle">
              <a:avLst>
                <a:gd name="adj" fmla="val 51302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4" name="สามเหลี่ยมหน้าจั่ว 13"/>
            <p:cNvSpPr/>
            <p:nvPr/>
          </p:nvSpPr>
          <p:spPr>
            <a:xfrm>
              <a:off x="7590395" y="5805171"/>
              <a:ext cx="1438492" cy="1056458"/>
            </a:xfrm>
            <a:prstGeom prst="triangle">
              <a:avLst>
                <a:gd name="adj" fmla="val 51302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5" name="สามเหลี่ยมหน้าจั่ว 14"/>
            <p:cNvSpPr/>
            <p:nvPr/>
          </p:nvSpPr>
          <p:spPr>
            <a:xfrm>
              <a:off x="10756630" y="5801542"/>
              <a:ext cx="1438492" cy="1056458"/>
            </a:xfrm>
            <a:prstGeom prst="triangle">
              <a:avLst>
                <a:gd name="adj" fmla="val 51302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6" name="สามเหลี่ยมหน้าจั่ว 15"/>
            <p:cNvSpPr/>
            <p:nvPr/>
          </p:nvSpPr>
          <p:spPr>
            <a:xfrm>
              <a:off x="773372" y="5805171"/>
              <a:ext cx="1438492" cy="1056458"/>
            </a:xfrm>
            <a:prstGeom prst="triangle">
              <a:avLst>
                <a:gd name="adj" fmla="val 51302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7" name="สามเหลี่ยมหน้าจั่ว 16"/>
            <p:cNvSpPr/>
            <p:nvPr/>
          </p:nvSpPr>
          <p:spPr>
            <a:xfrm>
              <a:off x="2098089" y="5801542"/>
              <a:ext cx="1438492" cy="1056458"/>
            </a:xfrm>
            <a:prstGeom prst="triangle">
              <a:avLst>
                <a:gd name="adj" fmla="val 51302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8" name="สามเหลี่ยมหน้าจั่ว 17"/>
            <p:cNvSpPr/>
            <p:nvPr/>
          </p:nvSpPr>
          <p:spPr>
            <a:xfrm>
              <a:off x="38591" y="5818938"/>
              <a:ext cx="937214" cy="1042691"/>
            </a:xfrm>
            <a:prstGeom prst="triangle">
              <a:avLst>
                <a:gd name="adj" fmla="val 51302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4212089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มุมมน 4"/>
          <p:cNvSpPr/>
          <p:nvPr/>
        </p:nvSpPr>
        <p:spPr>
          <a:xfrm>
            <a:off x="364153" y="309903"/>
            <a:ext cx="4034971" cy="166914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9" name="กลุ่ม 8"/>
          <p:cNvGrpSpPr/>
          <p:nvPr/>
        </p:nvGrpSpPr>
        <p:grpSpPr>
          <a:xfrm rot="445655">
            <a:off x="1180980" y="2910606"/>
            <a:ext cx="1225146" cy="1974541"/>
            <a:chOff x="6019041" y="2923274"/>
            <a:chExt cx="608682" cy="1207355"/>
          </a:xfrm>
        </p:grpSpPr>
        <p:sp>
          <p:nvSpPr>
            <p:cNvPr id="6" name="สี่เหลี่ยมผืนผ้า 5"/>
            <p:cNvSpPr/>
            <p:nvPr/>
          </p:nvSpPr>
          <p:spPr>
            <a:xfrm rot="2345243">
              <a:off x="6511825" y="2923274"/>
              <a:ext cx="102602" cy="91785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กระจาย 2 7"/>
            <p:cNvSpPr/>
            <p:nvPr/>
          </p:nvSpPr>
          <p:spPr>
            <a:xfrm>
              <a:off x="6019041" y="3335422"/>
              <a:ext cx="608682" cy="795207"/>
            </a:xfrm>
            <a:prstGeom prst="irregularSeal2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4" name="กลุ่ม 3"/>
          <p:cNvGrpSpPr/>
          <p:nvPr/>
        </p:nvGrpSpPr>
        <p:grpSpPr>
          <a:xfrm>
            <a:off x="10178720" y="3268867"/>
            <a:ext cx="1863090" cy="1691640"/>
            <a:chOff x="7040880" y="2720340"/>
            <a:chExt cx="2548890" cy="2297430"/>
          </a:xfrm>
        </p:grpSpPr>
        <p:sp>
          <p:nvSpPr>
            <p:cNvPr id="3" name="วงรี 2"/>
            <p:cNvSpPr/>
            <p:nvPr/>
          </p:nvSpPr>
          <p:spPr>
            <a:xfrm>
              <a:off x="7040880" y="2720340"/>
              <a:ext cx="2548890" cy="2297430"/>
            </a:xfrm>
            <a:prstGeom prst="ellipse">
              <a:avLst/>
            </a:prstGeom>
            <a:solidFill>
              <a:srgbClr val="FF21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" name="ลูกศรลง 1"/>
            <p:cNvSpPr/>
            <p:nvPr/>
          </p:nvSpPr>
          <p:spPr>
            <a:xfrm rot="16200000">
              <a:off x="7736064" y="3098595"/>
              <a:ext cx="1104061" cy="1588770"/>
            </a:xfrm>
            <a:prstGeom prst="downArrow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4" name="กลุ่ม 13"/>
          <p:cNvGrpSpPr/>
          <p:nvPr/>
        </p:nvGrpSpPr>
        <p:grpSpPr>
          <a:xfrm rot="10800000">
            <a:off x="10069830" y="5166360"/>
            <a:ext cx="1863090" cy="1691640"/>
            <a:chOff x="7040880" y="2720340"/>
            <a:chExt cx="2548890" cy="2297430"/>
          </a:xfrm>
        </p:grpSpPr>
        <p:sp>
          <p:nvSpPr>
            <p:cNvPr id="19" name="วงรี 18"/>
            <p:cNvSpPr/>
            <p:nvPr/>
          </p:nvSpPr>
          <p:spPr>
            <a:xfrm>
              <a:off x="7040880" y="2720340"/>
              <a:ext cx="2548890" cy="2297430"/>
            </a:xfrm>
            <a:prstGeom prst="ellipse">
              <a:avLst/>
            </a:prstGeom>
            <a:solidFill>
              <a:srgbClr val="FF21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0" name="ลูกศรลง 19"/>
            <p:cNvSpPr/>
            <p:nvPr/>
          </p:nvSpPr>
          <p:spPr>
            <a:xfrm rot="16200000">
              <a:off x="7736064" y="3098595"/>
              <a:ext cx="1104061" cy="1588770"/>
            </a:xfrm>
            <a:prstGeom prst="downArrow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25" name="กลุ่ม 24"/>
          <p:cNvGrpSpPr/>
          <p:nvPr/>
        </p:nvGrpSpPr>
        <p:grpSpPr>
          <a:xfrm>
            <a:off x="9679088" y="636219"/>
            <a:ext cx="2387281" cy="2175680"/>
            <a:chOff x="5069122" y="2793640"/>
            <a:chExt cx="2387281" cy="2175680"/>
          </a:xfrm>
        </p:grpSpPr>
        <p:sp>
          <p:nvSpPr>
            <p:cNvPr id="24" name="วงรี 23"/>
            <p:cNvSpPr/>
            <p:nvPr/>
          </p:nvSpPr>
          <p:spPr>
            <a:xfrm>
              <a:off x="5069122" y="2793640"/>
              <a:ext cx="2387281" cy="2175680"/>
            </a:xfrm>
            <a:prstGeom prst="ellipse">
              <a:avLst/>
            </a:prstGeom>
            <a:solidFill>
              <a:srgbClr val="8FBE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23" name="กลุ่ม 22"/>
            <p:cNvGrpSpPr/>
            <p:nvPr/>
          </p:nvGrpSpPr>
          <p:grpSpPr>
            <a:xfrm>
              <a:off x="5461021" y="3108960"/>
              <a:ext cx="1612945" cy="1568014"/>
              <a:chOff x="5102837" y="2926080"/>
              <a:chExt cx="1612945" cy="1568014"/>
            </a:xfrm>
          </p:grpSpPr>
          <p:sp>
            <p:nvSpPr>
              <p:cNvPr id="22" name="สี่เหลี่ยมผืนผ้า 21"/>
              <p:cNvSpPr/>
              <p:nvPr/>
            </p:nvSpPr>
            <p:spPr>
              <a:xfrm>
                <a:off x="6364458" y="3268867"/>
                <a:ext cx="194310" cy="459048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grpSp>
            <p:nvGrpSpPr>
              <p:cNvPr id="21" name="กลุ่ม 20"/>
              <p:cNvGrpSpPr/>
              <p:nvPr/>
            </p:nvGrpSpPr>
            <p:grpSpPr>
              <a:xfrm>
                <a:off x="5102837" y="2926080"/>
                <a:ext cx="1612945" cy="1568014"/>
                <a:chOff x="5102837" y="2926080"/>
                <a:chExt cx="1612945" cy="1568014"/>
              </a:xfrm>
              <a:solidFill>
                <a:schemeClr val="accent6">
                  <a:lumMod val="75000"/>
                </a:schemeClr>
              </a:solidFill>
            </p:grpSpPr>
            <p:sp>
              <p:nvSpPr>
                <p:cNvPr id="10" name="สี่เหลี่ยมผืนผ้า 9"/>
                <p:cNvSpPr/>
                <p:nvPr/>
              </p:nvSpPr>
              <p:spPr>
                <a:xfrm>
                  <a:off x="5349240" y="3613728"/>
                  <a:ext cx="1120140" cy="880366"/>
                </a:xfrm>
                <a:prstGeom prst="rect">
                  <a:avLst/>
                </a:prstGeom>
                <a:solidFill>
                  <a:srgbClr val="7030A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2" name="สามเหลี่ยมหน้าจั่ว 11"/>
                <p:cNvSpPr/>
                <p:nvPr/>
              </p:nvSpPr>
              <p:spPr>
                <a:xfrm>
                  <a:off x="5102837" y="2926080"/>
                  <a:ext cx="1612945" cy="998576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3" name="สี่เหลี่ยมผืนผ้า 12"/>
                <p:cNvSpPr/>
                <p:nvPr/>
              </p:nvSpPr>
              <p:spPr>
                <a:xfrm>
                  <a:off x="5772834" y="4106074"/>
                  <a:ext cx="272950" cy="38802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</p:grpSp>
      </p:grpSp>
      <p:sp>
        <p:nvSpPr>
          <p:cNvPr id="26" name="หัวใจ 25"/>
          <p:cNvSpPr/>
          <p:nvPr/>
        </p:nvSpPr>
        <p:spPr>
          <a:xfrm>
            <a:off x="5037426" y="486490"/>
            <a:ext cx="1509486" cy="1315970"/>
          </a:xfrm>
          <a:prstGeom prst="hear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32" name="กลุ่ม 31"/>
          <p:cNvGrpSpPr/>
          <p:nvPr/>
        </p:nvGrpSpPr>
        <p:grpSpPr>
          <a:xfrm>
            <a:off x="1031181" y="4690921"/>
            <a:ext cx="2542956" cy="1952676"/>
            <a:chOff x="1174870" y="4152741"/>
            <a:chExt cx="2542956" cy="1952676"/>
          </a:xfrm>
        </p:grpSpPr>
        <p:grpSp>
          <p:nvGrpSpPr>
            <p:cNvPr id="18" name="กลุ่ม 17"/>
            <p:cNvGrpSpPr/>
            <p:nvPr/>
          </p:nvGrpSpPr>
          <p:grpSpPr>
            <a:xfrm>
              <a:off x="1174870" y="4488832"/>
              <a:ext cx="1228331" cy="1616585"/>
              <a:chOff x="1675692" y="4921013"/>
              <a:chExt cx="1228331" cy="1616585"/>
            </a:xfrm>
          </p:grpSpPr>
          <p:sp>
            <p:nvSpPr>
              <p:cNvPr id="11" name="รูปแบบอิสระ 10"/>
              <p:cNvSpPr/>
              <p:nvPr/>
            </p:nvSpPr>
            <p:spPr>
              <a:xfrm>
                <a:off x="1675692" y="5748023"/>
                <a:ext cx="383363" cy="637715"/>
              </a:xfrm>
              <a:custGeom>
                <a:avLst/>
                <a:gdLst>
                  <a:gd name="connsiteX0" fmla="*/ 305069 w 383363"/>
                  <a:gd name="connsiteY0" fmla="*/ 27263 h 637715"/>
                  <a:gd name="connsiteX1" fmla="*/ 269 w 383363"/>
                  <a:gd name="connsiteY1" fmla="*/ 636863 h 637715"/>
                  <a:gd name="connsiteX2" fmla="*/ 363126 w 383363"/>
                  <a:gd name="connsiteY2" fmla="*/ 157891 h 637715"/>
                  <a:gd name="connsiteX3" fmla="*/ 305069 w 383363"/>
                  <a:gd name="connsiteY3" fmla="*/ 27263 h 637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3363" h="637715">
                    <a:moveTo>
                      <a:pt x="305069" y="27263"/>
                    </a:moveTo>
                    <a:cubicBezTo>
                      <a:pt x="244593" y="107092"/>
                      <a:pt x="-9407" y="615092"/>
                      <a:pt x="269" y="636863"/>
                    </a:cubicBezTo>
                    <a:cubicBezTo>
                      <a:pt x="9945" y="658634"/>
                      <a:pt x="314745" y="257072"/>
                      <a:pt x="363126" y="157891"/>
                    </a:cubicBezTo>
                    <a:cubicBezTo>
                      <a:pt x="411507" y="58710"/>
                      <a:pt x="365545" y="-52566"/>
                      <a:pt x="305069" y="27263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5" name="รูปแบบอิสระ 14"/>
              <p:cNvSpPr/>
              <p:nvPr/>
            </p:nvSpPr>
            <p:spPr>
              <a:xfrm rot="2580052">
                <a:off x="2146194" y="5780508"/>
                <a:ext cx="402514" cy="757090"/>
              </a:xfrm>
              <a:custGeom>
                <a:avLst/>
                <a:gdLst>
                  <a:gd name="connsiteX0" fmla="*/ 464 w 190673"/>
                  <a:gd name="connsiteY0" fmla="*/ 232358 h 638772"/>
                  <a:gd name="connsiteX1" fmla="*/ 145607 w 190673"/>
                  <a:gd name="connsiteY1" fmla="*/ 638758 h 638772"/>
                  <a:gd name="connsiteX2" fmla="*/ 189150 w 190673"/>
                  <a:gd name="connsiteY2" fmla="*/ 217844 h 638772"/>
                  <a:gd name="connsiteX3" fmla="*/ 102064 w 190673"/>
                  <a:gd name="connsiteY3" fmla="*/ 130 h 638772"/>
                  <a:gd name="connsiteX4" fmla="*/ 464 w 190673"/>
                  <a:gd name="connsiteY4" fmla="*/ 232358 h 638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673" h="638772">
                    <a:moveTo>
                      <a:pt x="464" y="232358"/>
                    </a:moveTo>
                    <a:cubicBezTo>
                      <a:pt x="7721" y="338796"/>
                      <a:pt x="114159" y="641177"/>
                      <a:pt x="145607" y="638758"/>
                    </a:cubicBezTo>
                    <a:cubicBezTo>
                      <a:pt x="177055" y="636339"/>
                      <a:pt x="196407" y="324282"/>
                      <a:pt x="189150" y="217844"/>
                    </a:cubicBezTo>
                    <a:cubicBezTo>
                      <a:pt x="181893" y="111406"/>
                      <a:pt x="131093" y="4968"/>
                      <a:pt x="102064" y="130"/>
                    </a:cubicBezTo>
                    <a:cubicBezTo>
                      <a:pt x="73035" y="-4708"/>
                      <a:pt x="-6793" y="125920"/>
                      <a:pt x="464" y="232358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6" name="รูปแบบอิสระ 15"/>
              <p:cNvSpPr/>
              <p:nvPr/>
            </p:nvSpPr>
            <p:spPr>
              <a:xfrm rot="3455464">
                <a:off x="2370997" y="4787571"/>
                <a:ext cx="399583" cy="666468"/>
              </a:xfrm>
              <a:custGeom>
                <a:avLst/>
                <a:gdLst>
                  <a:gd name="connsiteX0" fmla="*/ 10672 w 262751"/>
                  <a:gd name="connsiteY0" fmla="*/ 188732 h 682229"/>
                  <a:gd name="connsiteX1" fmla="*/ 257415 w 262751"/>
                  <a:gd name="connsiteY1" fmla="*/ 682218 h 682229"/>
                  <a:gd name="connsiteX2" fmla="*/ 170329 w 262751"/>
                  <a:gd name="connsiteY2" fmla="*/ 203246 h 682229"/>
                  <a:gd name="connsiteX3" fmla="*/ 54215 w 262751"/>
                  <a:gd name="connsiteY3" fmla="*/ 46 h 682229"/>
                  <a:gd name="connsiteX4" fmla="*/ 10672 w 262751"/>
                  <a:gd name="connsiteY4" fmla="*/ 188732 h 682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2751" h="682229">
                    <a:moveTo>
                      <a:pt x="10672" y="188732"/>
                    </a:moveTo>
                    <a:cubicBezTo>
                      <a:pt x="44539" y="302427"/>
                      <a:pt x="230806" y="679799"/>
                      <a:pt x="257415" y="682218"/>
                    </a:cubicBezTo>
                    <a:cubicBezTo>
                      <a:pt x="284025" y="684637"/>
                      <a:pt x="204196" y="316941"/>
                      <a:pt x="170329" y="203246"/>
                    </a:cubicBezTo>
                    <a:cubicBezTo>
                      <a:pt x="136462" y="89551"/>
                      <a:pt x="75986" y="-2373"/>
                      <a:pt x="54215" y="46"/>
                    </a:cubicBezTo>
                    <a:cubicBezTo>
                      <a:pt x="32444" y="2465"/>
                      <a:pt x="-23195" y="75037"/>
                      <a:pt x="10672" y="188732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7" name="รูปแบบอิสระ 16"/>
              <p:cNvSpPr/>
              <p:nvPr/>
            </p:nvSpPr>
            <p:spPr>
              <a:xfrm>
                <a:off x="1758305" y="5221444"/>
                <a:ext cx="300750" cy="495044"/>
              </a:xfrm>
              <a:custGeom>
                <a:avLst/>
                <a:gdLst>
                  <a:gd name="connsiteX0" fmla="*/ 120666 w 300750"/>
                  <a:gd name="connsiteY0" fmla="*/ 159860 h 495044"/>
                  <a:gd name="connsiteX1" fmla="*/ 4552 w 300750"/>
                  <a:gd name="connsiteY1" fmla="*/ 493689 h 495044"/>
                  <a:gd name="connsiteX2" fmla="*/ 280323 w 300750"/>
                  <a:gd name="connsiteY2" fmla="*/ 275974 h 495044"/>
                  <a:gd name="connsiteX3" fmla="*/ 280323 w 300750"/>
                  <a:gd name="connsiteY3" fmla="*/ 232431 h 495044"/>
                  <a:gd name="connsiteX4" fmla="*/ 280323 w 300750"/>
                  <a:gd name="connsiteY4" fmla="*/ 203 h 495044"/>
                  <a:gd name="connsiteX5" fmla="*/ 120666 w 300750"/>
                  <a:gd name="connsiteY5" fmla="*/ 159860 h 495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0750" h="495044">
                    <a:moveTo>
                      <a:pt x="120666" y="159860"/>
                    </a:moveTo>
                    <a:cubicBezTo>
                      <a:pt x="74704" y="242108"/>
                      <a:pt x="-22057" y="474337"/>
                      <a:pt x="4552" y="493689"/>
                    </a:cubicBezTo>
                    <a:cubicBezTo>
                      <a:pt x="31161" y="513041"/>
                      <a:pt x="234361" y="319517"/>
                      <a:pt x="280323" y="275974"/>
                    </a:cubicBezTo>
                    <a:cubicBezTo>
                      <a:pt x="326285" y="232431"/>
                      <a:pt x="280323" y="232431"/>
                      <a:pt x="280323" y="232431"/>
                    </a:cubicBezTo>
                    <a:cubicBezTo>
                      <a:pt x="280323" y="186469"/>
                      <a:pt x="309352" y="5041"/>
                      <a:pt x="280323" y="203"/>
                    </a:cubicBezTo>
                    <a:cubicBezTo>
                      <a:pt x="251295" y="-4635"/>
                      <a:pt x="166628" y="77612"/>
                      <a:pt x="120666" y="159860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grpSp>
          <p:nvGrpSpPr>
            <p:cNvPr id="31" name="กลุ่ม 30"/>
            <p:cNvGrpSpPr/>
            <p:nvPr/>
          </p:nvGrpSpPr>
          <p:grpSpPr>
            <a:xfrm>
              <a:off x="2159387" y="4152741"/>
              <a:ext cx="1558439" cy="1071766"/>
              <a:chOff x="3121541" y="4947843"/>
              <a:chExt cx="1558439" cy="1071766"/>
            </a:xfrm>
            <a:solidFill>
              <a:srgbClr val="FFFF00"/>
            </a:solidFill>
          </p:grpSpPr>
          <p:sp>
            <p:nvSpPr>
              <p:cNvPr id="27" name="รูปแบบอิสระ 26"/>
              <p:cNvSpPr/>
              <p:nvPr/>
            </p:nvSpPr>
            <p:spPr>
              <a:xfrm rot="3840283">
                <a:off x="3655440" y="4817315"/>
                <a:ext cx="293748" cy="554804"/>
              </a:xfrm>
              <a:custGeom>
                <a:avLst/>
                <a:gdLst>
                  <a:gd name="connsiteX0" fmla="*/ 18277 w 293748"/>
                  <a:gd name="connsiteY0" fmla="*/ 193760 h 554804"/>
                  <a:gd name="connsiteX1" fmla="*/ 282971 w 293748"/>
                  <a:gd name="connsiteY1" fmla="*/ 554707 h 554804"/>
                  <a:gd name="connsiteX2" fmla="*/ 222813 w 293748"/>
                  <a:gd name="connsiteY2" fmla="*/ 157665 h 554804"/>
                  <a:gd name="connsiteX3" fmla="*/ 42340 w 293748"/>
                  <a:gd name="connsiteY3" fmla="*/ 1254 h 554804"/>
                  <a:gd name="connsiteX4" fmla="*/ 18277 w 293748"/>
                  <a:gd name="connsiteY4" fmla="*/ 193760 h 55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3748" h="554804">
                    <a:moveTo>
                      <a:pt x="18277" y="193760"/>
                    </a:moveTo>
                    <a:cubicBezTo>
                      <a:pt x="58382" y="286002"/>
                      <a:pt x="248882" y="560723"/>
                      <a:pt x="282971" y="554707"/>
                    </a:cubicBezTo>
                    <a:cubicBezTo>
                      <a:pt x="317060" y="548691"/>
                      <a:pt x="262918" y="249907"/>
                      <a:pt x="222813" y="157665"/>
                    </a:cubicBezTo>
                    <a:cubicBezTo>
                      <a:pt x="182708" y="65423"/>
                      <a:pt x="72419" y="-10777"/>
                      <a:pt x="42340" y="1254"/>
                    </a:cubicBezTo>
                    <a:cubicBezTo>
                      <a:pt x="12261" y="13285"/>
                      <a:pt x="-21828" y="101518"/>
                      <a:pt x="18277" y="1937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28" name="รูปแบบอิสระ 27"/>
              <p:cNvSpPr/>
              <p:nvPr/>
            </p:nvSpPr>
            <p:spPr>
              <a:xfrm rot="3699643">
                <a:off x="3255526" y="5559430"/>
                <a:ext cx="326194" cy="594163"/>
              </a:xfrm>
              <a:custGeom>
                <a:avLst/>
                <a:gdLst>
                  <a:gd name="connsiteX0" fmla="*/ 11668 w 287240"/>
                  <a:gd name="connsiteY0" fmla="*/ 252748 h 637768"/>
                  <a:gd name="connsiteX1" fmla="*/ 264331 w 287240"/>
                  <a:gd name="connsiteY1" fmla="*/ 637758 h 637768"/>
                  <a:gd name="connsiteX2" fmla="*/ 252300 w 287240"/>
                  <a:gd name="connsiteY2" fmla="*/ 240716 h 637768"/>
                  <a:gd name="connsiteX3" fmla="*/ 59794 w 287240"/>
                  <a:gd name="connsiteY3" fmla="*/ 85 h 637768"/>
                  <a:gd name="connsiteX4" fmla="*/ 11668 w 287240"/>
                  <a:gd name="connsiteY4" fmla="*/ 252748 h 637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7240" h="637768">
                    <a:moveTo>
                      <a:pt x="11668" y="252748"/>
                    </a:moveTo>
                    <a:cubicBezTo>
                      <a:pt x="45757" y="359027"/>
                      <a:pt x="224226" y="639763"/>
                      <a:pt x="264331" y="637758"/>
                    </a:cubicBezTo>
                    <a:cubicBezTo>
                      <a:pt x="304436" y="635753"/>
                      <a:pt x="286389" y="346995"/>
                      <a:pt x="252300" y="240716"/>
                    </a:cubicBezTo>
                    <a:cubicBezTo>
                      <a:pt x="218211" y="134437"/>
                      <a:pt x="93883" y="-3925"/>
                      <a:pt x="59794" y="85"/>
                    </a:cubicBezTo>
                    <a:cubicBezTo>
                      <a:pt x="25705" y="4095"/>
                      <a:pt x="-22421" y="146469"/>
                      <a:pt x="11668" y="25274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29" name="รูปแบบอิสระ 28"/>
              <p:cNvSpPr/>
              <p:nvPr/>
            </p:nvSpPr>
            <p:spPr>
              <a:xfrm rot="3751833">
                <a:off x="4339995" y="5194796"/>
                <a:ext cx="201992" cy="477978"/>
              </a:xfrm>
              <a:custGeom>
                <a:avLst/>
                <a:gdLst>
                  <a:gd name="connsiteX0" fmla="*/ 5865 w 142388"/>
                  <a:gd name="connsiteY0" fmla="*/ 205506 h 542437"/>
                  <a:gd name="connsiteX1" fmla="*/ 138212 w 142388"/>
                  <a:gd name="connsiteY1" fmla="*/ 542390 h 542437"/>
                  <a:gd name="connsiteX2" fmla="*/ 102117 w 142388"/>
                  <a:gd name="connsiteY2" fmla="*/ 181442 h 542437"/>
                  <a:gd name="connsiteX3" fmla="*/ 29928 w 142388"/>
                  <a:gd name="connsiteY3" fmla="*/ 969 h 542437"/>
                  <a:gd name="connsiteX4" fmla="*/ 5865 w 142388"/>
                  <a:gd name="connsiteY4" fmla="*/ 205506 h 542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388" h="542437">
                    <a:moveTo>
                      <a:pt x="5865" y="205506"/>
                    </a:moveTo>
                    <a:cubicBezTo>
                      <a:pt x="23912" y="295743"/>
                      <a:pt x="122170" y="546401"/>
                      <a:pt x="138212" y="542390"/>
                    </a:cubicBezTo>
                    <a:cubicBezTo>
                      <a:pt x="154254" y="538379"/>
                      <a:pt x="120164" y="271679"/>
                      <a:pt x="102117" y="181442"/>
                    </a:cubicBezTo>
                    <a:cubicBezTo>
                      <a:pt x="84070" y="91205"/>
                      <a:pt x="43965" y="-11063"/>
                      <a:pt x="29928" y="969"/>
                    </a:cubicBezTo>
                    <a:cubicBezTo>
                      <a:pt x="15891" y="13001"/>
                      <a:pt x="-12182" y="115269"/>
                      <a:pt x="5865" y="20550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30" name="รูปแบบอิสระ 29"/>
              <p:cNvSpPr/>
              <p:nvPr/>
            </p:nvSpPr>
            <p:spPr>
              <a:xfrm rot="4104165">
                <a:off x="3803001" y="5319601"/>
                <a:ext cx="325468" cy="402216"/>
              </a:xfrm>
              <a:custGeom>
                <a:avLst/>
                <a:gdLst>
                  <a:gd name="connsiteX0" fmla="*/ 13892 w 160708"/>
                  <a:gd name="connsiteY0" fmla="*/ 169121 h 410313"/>
                  <a:gd name="connsiteX1" fmla="*/ 158271 w 160708"/>
                  <a:gd name="connsiteY1" fmla="*/ 409752 h 410313"/>
                  <a:gd name="connsiteX2" fmla="*/ 98113 w 160708"/>
                  <a:gd name="connsiteY2" fmla="*/ 96931 h 410313"/>
                  <a:gd name="connsiteX3" fmla="*/ 13892 w 160708"/>
                  <a:gd name="connsiteY3" fmla="*/ 679 h 410313"/>
                  <a:gd name="connsiteX4" fmla="*/ 13892 w 160708"/>
                  <a:gd name="connsiteY4" fmla="*/ 169121 h 410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0708" h="410313">
                    <a:moveTo>
                      <a:pt x="13892" y="169121"/>
                    </a:moveTo>
                    <a:cubicBezTo>
                      <a:pt x="37955" y="237300"/>
                      <a:pt x="144234" y="421784"/>
                      <a:pt x="158271" y="409752"/>
                    </a:cubicBezTo>
                    <a:cubicBezTo>
                      <a:pt x="172308" y="397720"/>
                      <a:pt x="122176" y="165110"/>
                      <a:pt x="98113" y="96931"/>
                    </a:cubicBezTo>
                    <a:cubicBezTo>
                      <a:pt x="74050" y="28752"/>
                      <a:pt x="25924" y="-5337"/>
                      <a:pt x="13892" y="679"/>
                    </a:cubicBezTo>
                    <a:cubicBezTo>
                      <a:pt x="1860" y="6695"/>
                      <a:pt x="-10171" y="100942"/>
                      <a:pt x="13892" y="16912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</p:grpSp>
      <p:sp>
        <p:nvSpPr>
          <p:cNvPr id="33" name="ดาว 5 แฉก 32"/>
          <p:cNvSpPr/>
          <p:nvPr/>
        </p:nvSpPr>
        <p:spPr>
          <a:xfrm>
            <a:off x="7373316" y="309903"/>
            <a:ext cx="1693333" cy="159328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9211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กลุ่ม 3"/>
          <p:cNvGrpSpPr/>
          <p:nvPr/>
        </p:nvGrpSpPr>
        <p:grpSpPr>
          <a:xfrm>
            <a:off x="575733" y="2133600"/>
            <a:ext cx="2641600" cy="4368800"/>
            <a:chOff x="7315200" y="1490133"/>
            <a:chExt cx="2641600" cy="4368800"/>
          </a:xfrm>
        </p:grpSpPr>
        <p:sp>
          <p:nvSpPr>
            <p:cNvPr id="2" name="สี่เหลี่ยมผืนผ้ามุมมน 1"/>
            <p:cNvSpPr/>
            <p:nvPr/>
          </p:nvSpPr>
          <p:spPr>
            <a:xfrm>
              <a:off x="7315200" y="1490133"/>
              <a:ext cx="2641600" cy="43688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" name="วงรี 2"/>
            <p:cNvSpPr/>
            <p:nvPr/>
          </p:nvSpPr>
          <p:spPr>
            <a:xfrm>
              <a:off x="7484533" y="3386666"/>
              <a:ext cx="660400" cy="57573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5" name="สี่เหลี่ยมผืนผ้ามุมมน 4"/>
          <p:cNvSpPr/>
          <p:nvPr/>
        </p:nvSpPr>
        <p:spPr>
          <a:xfrm>
            <a:off x="5232399" y="728132"/>
            <a:ext cx="5977468" cy="1701801"/>
          </a:xfrm>
          <a:prstGeom prst="roundRect">
            <a:avLst/>
          </a:prstGeom>
          <a:solidFill>
            <a:srgbClr val="7AB7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Mali" panose="00000500000000000000" pitchFamily="2" charset="-34"/>
                <a:cs typeface="Mali" panose="00000500000000000000" pitchFamily="2" charset="-34"/>
              </a:rPr>
              <a:t>NEXTGAME</a:t>
            </a:r>
            <a:endParaRPr lang="th-TH" sz="4000" dirty="0">
              <a:solidFill>
                <a:schemeClr val="tx1">
                  <a:lumMod val="95000"/>
                  <a:lumOff val="5000"/>
                </a:schemeClr>
              </a:solidFill>
              <a:latin typeface="Mali" panose="00000500000000000000" pitchFamily="2" charset="-34"/>
              <a:cs typeface="Mali" panose="00000500000000000000" pitchFamily="2" charset="-34"/>
            </a:endParaRPr>
          </a:p>
        </p:txBody>
      </p:sp>
      <p:sp>
        <p:nvSpPr>
          <p:cNvPr id="6" name="สี่เหลี่ยมผืนผ้ามุมมน 5"/>
          <p:cNvSpPr/>
          <p:nvPr/>
        </p:nvSpPr>
        <p:spPr>
          <a:xfrm>
            <a:off x="5232399" y="4030134"/>
            <a:ext cx="5977468" cy="1710266"/>
          </a:xfrm>
          <a:prstGeom prst="roundRect">
            <a:avLst/>
          </a:prstGeom>
          <a:solidFill>
            <a:srgbClr val="FF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i" panose="00000500000000000000" pitchFamily="2" charset="-34"/>
                <a:cs typeface="Mali" panose="00000500000000000000" pitchFamily="2" charset="-34"/>
              </a:rPr>
              <a:t>GAMEOVER</a:t>
            </a:r>
            <a:endParaRPr lang="th-TH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04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มุมมน 1"/>
          <p:cNvSpPr/>
          <p:nvPr/>
        </p:nvSpPr>
        <p:spPr>
          <a:xfrm>
            <a:off x="491490" y="320040"/>
            <a:ext cx="3429000" cy="155448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i" panose="00000500000000000000" pitchFamily="2" charset="-34"/>
                <a:cs typeface="Mali" panose="00000500000000000000" pitchFamily="2" charset="-34"/>
              </a:rPr>
              <a:t>เริ่มเกม</a:t>
            </a:r>
            <a:endParaRPr lang="th-TH" sz="4000" dirty="0">
              <a:solidFill>
                <a:schemeClr val="tx1">
                  <a:lumMod val="95000"/>
                  <a:lumOff val="5000"/>
                </a:schemeClr>
              </a:solidFill>
              <a:latin typeface="Mali" panose="00000500000000000000" pitchFamily="2" charset="-34"/>
              <a:cs typeface="Mali" panose="00000500000000000000" pitchFamily="2" charset="-34"/>
            </a:endParaRPr>
          </a:p>
        </p:txBody>
      </p:sp>
      <p:sp>
        <p:nvSpPr>
          <p:cNvPr id="4" name="สี่เหลี่ยมผืนผ้ามุมมน 3"/>
          <p:cNvSpPr/>
          <p:nvPr/>
        </p:nvSpPr>
        <p:spPr>
          <a:xfrm>
            <a:off x="491490" y="5223510"/>
            <a:ext cx="3429000" cy="155448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i" panose="00000500000000000000" pitchFamily="2" charset="-34"/>
                <a:cs typeface="Mali" panose="00000500000000000000" pitchFamily="2" charset="-34"/>
              </a:rPr>
              <a:t>ออกเกม</a:t>
            </a:r>
          </a:p>
        </p:txBody>
      </p:sp>
      <p:sp>
        <p:nvSpPr>
          <p:cNvPr id="5" name="สี่เหลี่ยมผืนผ้ามุมมน 4"/>
          <p:cNvSpPr/>
          <p:nvPr/>
        </p:nvSpPr>
        <p:spPr>
          <a:xfrm>
            <a:off x="491490" y="1954530"/>
            <a:ext cx="3429000" cy="155448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i" panose="00000500000000000000" pitchFamily="2" charset="-34"/>
                <a:cs typeface="Mali" panose="00000500000000000000" pitchFamily="2" charset="-34"/>
              </a:rPr>
              <a:t>วิธีเล่น</a:t>
            </a:r>
            <a:endParaRPr lang="th-TH" sz="4000" dirty="0">
              <a:solidFill>
                <a:schemeClr val="tx1">
                  <a:lumMod val="95000"/>
                  <a:lumOff val="5000"/>
                </a:schemeClr>
              </a:solidFill>
              <a:latin typeface="Mali" panose="00000500000000000000" pitchFamily="2" charset="-34"/>
              <a:cs typeface="Mali" panose="00000500000000000000" pitchFamily="2" charset="-34"/>
            </a:endParaRPr>
          </a:p>
        </p:txBody>
      </p:sp>
      <p:sp>
        <p:nvSpPr>
          <p:cNvPr id="6" name="สี่เหลี่ยมผืนผ้ามุมมน 5"/>
          <p:cNvSpPr/>
          <p:nvPr/>
        </p:nvSpPr>
        <p:spPr>
          <a:xfrm>
            <a:off x="491490" y="3589020"/>
            <a:ext cx="3429000" cy="155448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i" panose="00000500000000000000" pitchFamily="2" charset="-34"/>
                <a:cs typeface="Mali" panose="00000500000000000000" pitchFamily="2" charset="-34"/>
              </a:rPr>
              <a:t>เครดิต</a:t>
            </a:r>
            <a:endParaRPr lang="th-TH" sz="4000" dirty="0">
              <a:solidFill>
                <a:schemeClr val="tx1">
                  <a:lumMod val="95000"/>
                  <a:lumOff val="5000"/>
                </a:schemeClr>
              </a:solidFill>
              <a:latin typeface="Mali" panose="00000500000000000000" pitchFamily="2" charset="-34"/>
              <a:cs typeface="Mali" panose="00000500000000000000" pitchFamily="2" charset="-34"/>
            </a:endParaRPr>
          </a:p>
        </p:txBody>
      </p:sp>
      <p:sp>
        <p:nvSpPr>
          <p:cNvPr id="19" name="สี่เหลี่ยมผืนผ้ามุมมน 18"/>
          <p:cNvSpPr/>
          <p:nvPr/>
        </p:nvSpPr>
        <p:spPr>
          <a:xfrm>
            <a:off x="5148155" y="1269999"/>
            <a:ext cx="6501977" cy="2822787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i" panose="00000500000000000000" pitchFamily="2" charset="-34"/>
                <a:cs typeface="Mali" panose="00000500000000000000" pitchFamily="2" charset="-34"/>
              </a:rPr>
              <a:t>MINIGAME</a:t>
            </a:r>
            <a:endParaRPr lang="th-TH" sz="6500" dirty="0">
              <a:solidFill>
                <a:schemeClr val="tx1">
                  <a:lumMod val="95000"/>
                  <a:lumOff val="5000"/>
                </a:schemeClr>
              </a:solidFill>
              <a:latin typeface="Mali" panose="00000500000000000000" pitchFamily="2" charset="-34"/>
              <a:cs typeface="Mali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401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กลุ่ม 53"/>
          <p:cNvGrpSpPr/>
          <p:nvPr/>
        </p:nvGrpSpPr>
        <p:grpSpPr>
          <a:xfrm>
            <a:off x="66825" y="171513"/>
            <a:ext cx="3023565" cy="4524473"/>
            <a:chOff x="606665" y="1354922"/>
            <a:chExt cx="3023565" cy="4524473"/>
          </a:xfrm>
        </p:grpSpPr>
        <p:sp>
          <p:nvSpPr>
            <p:cNvPr id="53" name="สี่เหลี่ยมผืนผ้า 52"/>
            <p:cNvSpPr/>
            <p:nvPr/>
          </p:nvSpPr>
          <p:spPr>
            <a:xfrm>
              <a:off x="2083582" y="1354922"/>
              <a:ext cx="52567" cy="10550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38" name="กลุ่ม 37"/>
            <p:cNvGrpSpPr/>
            <p:nvPr/>
          </p:nvGrpSpPr>
          <p:grpSpPr>
            <a:xfrm>
              <a:off x="606665" y="2249509"/>
              <a:ext cx="3023565" cy="3629886"/>
              <a:chOff x="5482762" y="2411756"/>
              <a:chExt cx="1453608" cy="1723456"/>
            </a:xfrm>
          </p:grpSpPr>
          <p:grpSp>
            <p:nvGrpSpPr>
              <p:cNvPr id="15" name="กลุ่ม 14"/>
              <p:cNvGrpSpPr/>
              <p:nvPr/>
            </p:nvGrpSpPr>
            <p:grpSpPr>
              <a:xfrm>
                <a:off x="6007746" y="3405590"/>
                <a:ext cx="320089" cy="729622"/>
                <a:chOff x="5873388" y="3592284"/>
                <a:chExt cx="499284" cy="624116"/>
              </a:xfrm>
            </p:grpSpPr>
            <p:sp>
              <p:nvSpPr>
                <p:cNvPr id="9" name="สี่เหลี่ยมผืนผ้า 8"/>
                <p:cNvSpPr/>
                <p:nvPr/>
              </p:nvSpPr>
              <p:spPr>
                <a:xfrm>
                  <a:off x="6326953" y="3635828"/>
                  <a:ext cx="45719" cy="580572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0" name="สี่เหลี่ยมผืนผ้า 9"/>
                <p:cNvSpPr/>
                <p:nvPr/>
              </p:nvSpPr>
              <p:spPr>
                <a:xfrm>
                  <a:off x="6165334" y="3635828"/>
                  <a:ext cx="45719" cy="580572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1" name="สี่เหลี่ยมผืนผ้า 10"/>
                <p:cNvSpPr/>
                <p:nvPr/>
              </p:nvSpPr>
              <p:spPr>
                <a:xfrm>
                  <a:off x="5873388" y="3592284"/>
                  <a:ext cx="45719" cy="580572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2" name="สี่เหลี่ยมผืนผ้า 11"/>
                <p:cNvSpPr/>
                <p:nvPr/>
              </p:nvSpPr>
              <p:spPr>
                <a:xfrm>
                  <a:off x="6247312" y="3592285"/>
                  <a:ext cx="45719" cy="580572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3" name="สี่เหลี่ยมผืนผ้า 12"/>
                <p:cNvSpPr/>
                <p:nvPr/>
              </p:nvSpPr>
              <p:spPr>
                <a:xfrm>
                  <a:off x="6060350" y="3592284"/>
                  <a:ext cx="45719" cy="580572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4" name="สี่เหลี่ยมผืนผ้า 13"/>
                <p:cNvSpPr/>
                <p:nvPr/>
              </p:nvSpPr>
              <p:spPr>
                <a:xfrm>
                  <a:off x="5941424" y="3592285"/>
                  <a:ext cx="45719" cy="580572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sp>
            <p:nvSpPr>
              <p:cNvPr id="5" name="สี่เหลี่ยมผืนผ้า 4"/>
              <p:cNvSpPr/>
              <p:nvPr/>
            </p:nvSpPr>
            <p:spPr>
              <a:xfrm>
                <a:off x="5910291" y="2411756"/>
                <a:ext cx="566058" cy="30480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4" name="สี่เหลี่ยมผืนผ้า 3"/>
              <p:cNvSpPr/>
              <p:nvPr/>
            </p:nvSpPr>
            <p:spPr>
              <a:xfrm>
                <a:off x="5884762" y="3405590"/>
                <a:ext cx="566058" cy="30480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3" name="วงรี 2"/>
              <p:cNvSpPr/>
              <p:nvPr/>
            </p:nvSpPr>
            <p:spPr>
              <a:xfrm>
                <a:off x="5482762" y="2564156"/>
                <a:ext cx="1453608" cy="10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</p:grpSp>
      <p:grpSp>
        <p:nvGrpSpPr>
          <p:cNvPr id="57" name="กลุ่ม 56"/>
          <p:cNvGrpSpPr/>
          <p:nvPr/>
        </p:nvGrpSpPr>
        <p:grpSpPr>
          <a:xfrm>
            <a:off x="2237995" y="1826743"/>
            <a:ext cx="3023565" cy="4524473"/>
            <a:chOff x="606665" y="1354922"/>
            <a:chExt cx="3023565" cy="4524473"/>
          </a:xfrm>
        </p:grpSpPr>
        <p:sp>
          <p:nvSpPr>
            <p:cNvPr id="58" name="สี่เหลี่ยมผืนผ้า 57"/>
            <p:cNvSpPr/>
            <p:nvPr/>
          </p:nvSpPr>
          <p:spPr>
            <a:xfrm>
              <a:off x="2083582" y="1354922"/>
              <a:ext cx="52567" cy="10550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59" name="กลุ่ม 58"/>
            <p:cNvGrpSpPr/>
            <p:nvPr/>
          </p:nvGrpSpPr>
          <p:grpSpPr>
            <a:xfrm>
              <a:off x="606665" y="2249509"/>
              <a:ext cx="3023565" cy="3629886"/>
              <a:chOff x="5482762" y="2411756"/>
              <a:chExt cx="1453608" cy="1723456"/>
            </a:xfrm>
          </p:grpSpPr>
          <p:grpSp>
            <p:nvGrpSpPr>
              <p:cNvPr id="60" name="กลุ่ม 59"/>
              <p:cNvGrpSpPr/>
              <p:nvPr/>
            </p:nvGrpSpPr>
            <p:grpSpPr>
              <a:xfrm>
                <a:off x="6007746" y="3405590"/>
                <a:ext cx="320089" cy="729622"/>
                <a:chOff x="5873388" y="3592284"/>
                <a:chExt cx="499284" cy="624116"/>
              </a:xfrm>
            </p:grpSpPr>
            <p:sp>
              <p:nvSpPr>
                <p:cNvPr id="64" name="สี่เหลี่ยมผืนผ้า 63"/>
                <p:cNvSpPr/>
                <p:nvPr/>
              </p:nvSpPr>
              <p:spPr>
                <a:xfrm>
                  <a:off x="6326953" y="3635828"/>
                  <a:ext cx="45719" cy="580572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65" name="สี่เหลี่ยมผืนผ้า 64"/>
                <p:cNvSpPr/>
                <p:nvPr/>
              </p:nvSpPr>
              <p:spPr>
                <a:xfrm>
                  <a:off x="6165334" y="3635828"/>
                  <a:ext cx="45719" cy="580572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66" name="สี่เหลี่ยมผืนผ้า 65"/>
                <p:cNvSpPr/>
                <p:nvPr/>
              </p:nvSpPr>
              <p:spPr>
                <a:xfrm>
                  <a:off x="5873388" y="3592284"/>
                  <a:ext cx="45719" cy="580572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67" name="สี่เหลี่ยมผืนผ้า 66"/>
                <p:cNvSpPr/>
                <p:nvPr/>
              </p:nvSpPr>
              <p:spPr>
                <a:xfrm>
                  <a:off x="6247312" y="3592285"/>
                  <a:ext cx="45719" cy="580572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68" name="สี่เหลี่ยมผืนผ้า 67"/>
                <p:cNvSpPr/>
                <p:nvPr/>
              </p:nvSpPr>
              <p:spPr>
                <a:xfrm>
                  <a:off x="6060350" y="3592284"/>
                  <a:ext cx="45719" cy="580572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69" name="สี่เหลี่ยมผืนผ้า 68"/>
                <p:cNvSpPr/>
                <p:nvPr/>
              </p:nvSpPr>
              <p:spPr>
                <a:xfrm>
                  <a:off x="5941424" y="3592285"/>
                  <a:ext cx="45719" cy="580572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sp>
            <p:nvSpPr>
              <p:cNvPr id="61" name="สี่เหลี่ยมผืนผ้า 60"/>
              <p:cNvSpPr/>
              <p:nvPr/>
            </p:nvSpPr>
            <p:spPr>
              <a:xfrm>
                <a:off x="5910291" y="2411756"/>
                <a:ext cx="566058" cy="30480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62" name="สี่เหลี่ยมผืนผ้า 61"/>
              <p:cNvSpPr/>
              <p:nvPr/>
            </p:nvSpPr>
            <p:spPr>
              <a:xfrm>
                <a:off x="5884762" y="3405590"/>
                <a:ext cx="566058" cy="30480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63" name="วงรี 62"/>
              <p:cNvSpPr/>
              <p:nvPr/>
            </p:nvSpPr>
            <p:spPr>
              <a:xfrm>
                <a:off x="5482762" y="2564156"/>
                <a:ext cx="1453608" cy="10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</p:grpSp>
      <p:grpSp>
        <p:nvGrpSpPr>
          <p:cNvPr id="87" name="กลุ่ม 86"/>
          <p:cNvGrpSpPr/>
          <p:nvPr/>
        </p:nvGrpSpPr>
        <p:grpSpPr>
          <a:xfrm>
            <a:off x="6931689" y="1248192"/>
            <a:ext cx="3602700" cy="1911088"/>
            <a:chOff x="5838487" y="1387080"/>
            <a:chExt cx="4381393" cy="1363372"/>
          </a:xfrm>
          <a:solidFill>
            <a:srgbClr val="FFFF00"/>
          </a:solidFill>
        </p:grpSpPr>
        <p:sp>
          <p:nvSpPr>
            <p:cNvPr id="85" name="รูปแบบอิสระ 84"/>
            <p:cNvSpPr/>
            <p:nvPr/>
          </p:nvSpPr>
          <p:spPr>
            <a:xfrm rot="5400000">
              <a:off x="6252149" y="973418"/>
              <a:ext cx="1363371" cy="2190696"/>
            </a:xfrm>
            <a:custGeom>
              <a:avLst/>
              <a:gdLst>
                <a:gd name="connsiteX0" fmla="*/ 950024 w 950024"/>
                <a:gd name="connsiteY0" fmla="*/ 0 h 1493985"/>
                <a:gd name="connsiteX1" fmla="*/ 950024 w 950024"/>
                <a:gd name="connsiteY1" fmla="*/ 1493985 h 1493985"/>
                <a:gd name="connsiteX2" fmla="*/ 0 w 950024"/>
                <a:gd name="connsiteY2" fmla="*/ 1493974 h 1493985"/>
                <a:gd name="connsiteX3" fmla="*/ 542776 w 950024"/>
                <a:gd name="connsiteY3" fmla="*/ 746992 h 1493985"/>
                <a:gd name="connsiteX4" fmla="*/ 0 w 950024"/>
                <a:gd name="connsiteY4" fmla="*/ 11 h 149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024" h="1493985">
                  <a:moveTo>
                    <a:pt x="950024" y="0"/>
                  </a:moveTo>
                  <a:lnTo>
                    <a:pt x="950024" y="1493985"/>
                  </a:lnTo>
                  <a:lnTo>
                    <a:pt x="0" y="1493974"/>
                  </a:lnTo>
                  <a:lnTo>
                    <a:pt x="542776" y="746992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6" name="รูปแบบอิสระ 85"/>
            <p:cNvSpPr/>
            <p:nvPr/>
          </p:nvSpPr>
          <p:spPr>
            <a:xfrm rot="5400000">
              <a:off x="8442846" y="973419"/>
              <a:ext cx="1363371" cy="2190696"/>
            </a:xfrm>
            <a:custGeom>
              <a:avLst/>
              <a:gdLst>
                <a:gd name="connsiteX0" fmla="*/ 950024 w 950024"/>
                <a:gd name="connsiteY0" fmla="*/ 0 h 1493985"/>
                <a:gd name="connsiteX1" fmla="*/ 950024 w 950024"/>
                <a:gd name="connsiteY1" fmla="*/ 1493985 h 1493985"/>
                <a:gd name="connsiteX2" fmla="*/ 0 w 950024"/>
                <a:gd name="connsiteY2" fmla="*/ 1493974 h 1493985"/>
                <a:gd name="connsiteX3" fmla="*/ 542776 w 950024"/>
                <a:gd name="connsiteY3" fmla="*/ 746992 h 1493985"/>
                <a:gd name="connsiteX4" fmla="*/ 0 w 950024"/>
                <a:gd name="connsiteY4" fmla="*/ 11 h 149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024" h="1493985">
                  <a:moveTo>
                    <a:pt x="950024" y="0"/>
                  </a:moveTo>
                  <a:lnTo>
                    <a:pt x="950024" y="1493985"/>
                  </a:lnTo>
                  <a:lnTo>
                    <a:pt x="0" y="1493974"/>
                  </a:lnTo>
                  <a:lnTo>
                    <a:pt x="542776" y="746992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3520513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กลุ่ม 84"/>
          <p:cNvGrpSpPr/>
          <p:nvPr/>
        </p:nvGrpSpPr>
        <p:grpSpPr>
          <a:xfrm>
            <a:off x="8357396" y="2406056"/>
            <a:ext cx="1070965" cy="1213031"/>
            <a:chOff x="8357396" y="2406056"/>
            <a:chExt cx="1070965" cy="1213031"/>
          </a:xfrm>
        </p:grpSpPr>
        <p:grpSp>
          <p:nvGrpSpPr>
            <p:cNvPr id="75" name="กลุ่ม 74"/>
            <p:cNvGrpSpPr/>
            <p:nvPr/>
          </p:nvGrpSpPr>
          <p:grpSpPr>
            <a:xfrm>
              <a:off x="8357396" y="2406056"/>
              <a:ext cx="1070965" cy="1213031"/>
              <a:chOff x="8544637" y="608439"/>
              <a:chExt cx="1070965" cy="1213031"/>
            </a:xfrm>
          </p:grpSpPr>
          <p:grpSp>
            <p:nvGrpSpPr>
              <p:cNvPr id="76" name="กลุ่ม 75"/>
              <p:cNvGrpSpPr/>
              <p:nvPr/>
            </p:nvGrpSpPr>
            <p:grpSpPr>
              <a:xfrm>
                <a:off x="8544637" y="608439"/>
                <a:ext cx="1070965" cy="1207178"/>
                <a:chOff x="8995075" y="2813370"/>
                <a:chExt cx="1070965" cy="1207178"/>
              </a:xfrm>
            </p:grpSpPr>
            <p:sp>
              <p:nvSpPr>
                <p:cNvPr id="78" name="สี่เหลี่ยมผืนผ้า 77"/>
                <p:cNvSpPr/>
                <p:nvPr/>
              </p:nvSpPr>
              <p:spPr>
                <a:xfrm rot="1715139">
                  <a:off x="9266412" y="3682390"/>
                  <a:ext cx="83759" cy="338158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grpSp>
              <p:nvGrpSpPr>
                <p:cNvPr id="79" name="กลุ่ม 78"/>
                <p:cNvGrpSpPr/>
                <p:nvPr/>
              </p:nvGrpSpPr>
              <p:grpSpPr>
                <a:xfrm>
                  <a:off x="8995075" y="2813370"/>
                  <a:ext cx="1070965" cy="998622"/>
                  <a:chOff x="7250876" y="2923674"/>
                  <a:chExt cx="1070965" cy="998622"/>
                </a:xfrm>
              </p:grpSpPr>
              <p:sp>
                <p:nvSpPr>
                  <p:cNvPr id="80" name="รูปแบบอิสระ 79"/>
                  <p:cNvSpPr/>
                  <p:nvPr/>
                </p:nvSpPr>
                <p:spPr>
                  <a:xfrm>
                    <a:off x="7250876" y="2923674"/>
                    <a:ext cx="1070965" cy="998622"/>
                  </a:xfrm>
                  <a:custGeom>
                    <a:avLst/>
                    <a:gdLst>
                      <a:gd name="connsiteX0" fmla="*/ 155 w 963126"/>
                      <a:gd name="connsiteY0" fmla="*/ 412169 h 1198073"/>
                      <a:gd name="connsiteX1" fmla="*/ 156565 w 963126"/>
                      <a:gd name="connsiteY1" fmla="*/ 1134064 h 1198073"/>
                      <a:gd name="connsiteX2" fmla="*/ 830334 w 963126"/>
                      <a:gd name="connsiteY2" fmla="*/ 1073906 h 1198073"/>
                      <a:gd name="connsiteX3" fmla="*/ 926586 w 963126"/>
                      <a:gd name="connsiteY3" fmla="*/ 352011 h 1198073"/>
                      <a:gd name="connsiteX4" fmla="*/ 385165 w 963126"/>
                      <a:gd name="connsiteY4" fmla="*/ 255758 h 1198073"/>
                      <a:gd name="connsiteX5" fmla="*/ 132502 w 963126"/>
                      <a:gd name="connsiteY5" fmla="*/ 3095 h 1198073"/>
                      <a:gd name="connsiteX6" fmla="*/ 155 w 963126"/>
                      <a:gd name="connsiteY6" fmla="*/ 412169 h 11980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963126" h="1198073">
                        <a:moveTo>
                          <a:pt x="155" y="412169"/>
                        </a:moveTo>
                        <a:cubicBezTo>
                          <a:pt x="4165" y="600664"/>
                          <a:pt x="18202" y="1023774"/>
                          <a:pt x="156565" y="1134064"/>
                        </a:cubicBezTo>
                        <a:cubicBezTo>
                          <a:pt x="294928" y="1244354"/>
                          <a:pt x="701997" y="1204248"/>
                          <a:pt x="830334" y="1073906"/>
                        </a:cubicBezTo>
                        <a:cubicBezTo>
                          <a:pt x="958671" y="943564"/>
                          <a:pt x="1000781" y="488369"/>
                          <a:pt x="926586" y="352011"/>
                        </a:cubicBezTo>
                        <a:cubicBezTo>
                          <a:pt x="852391" y="215653"/>
                          <a:pt x="517512" y="313911"/>
                          <a:pt x="385165" y="255758"/>
                        </a:cubicBezTo>
                        <a:cubicBezTo>
                          <a:pt x="252818" y="197605"/>
                          <a:pt x="194665" y="-28989"/>
                          <a:pt x="132502" y="3095"/>
                        </a:cubicBezTo>
                        <a:cubicBezTo>
                          <a:pt x="70339" y="35179"/>
                          <a:pt x="-3855" y="223674"/>
                          <a:pt x="155" y="412169"/>
                        </a:cubicBezTo>
                        <a:close/>
                      </a:path>
                    </a:pathLst>
                  </a:custGeom>
                  <a:solidFill>
                    <a:srgbClr val="00B0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h-TH"/>
                  </a:p>
                </p:txBody>
              </p:sp>
              <p:sp>
                <p:nvSpPr>
                  <p:cNvPr id="81" name="วงรี 80"/>
                  <p:cNvSpPr/>
                  <p:nvPr/>
                </p:nvSpPr>
                <p:spPr>
                  <a:xfrm>
                    <a:off x="7482060" y="3312681"/>
                    <a:ext cx="234116" cy="1936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h-TH"/>
                  </a:p>
                </p:txBody>
              </p:sp>
              <p:sp>
                <p:nvSpPr>
                  <p:cNvPr id="82" name="วงรี 81"/>
                  <p:cNvSpPr/>
                  <p:nvPr/>
                </p:nvSpPr>
                <p:spPr>
                  <a:xfrm>
                    <a:off x="7866896" y="3312681"/>
                    <a:ext cx="234116" cy="1936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h-TH"/>
                  </a:p>
                </p:txBody>
              </p:sp>
            </p:grpSp>
          </p:grpSp>
          <p:sp>
            <p:nvSpPr>
              <p:cNvPr id="77" name="สี่เหลี่ยมผืนผ้า 76"/>
              <p:cNvSpPr/>
              <p:nvPr/>
            </p:nvSpPr>
            <p:spPr>
              <a:xfrm rot="8328700">
                <a:off x="9294478" y="1514882"/>
                <a:ext cx="95690" cy="306588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83" name="กากบาท 82"/>
            <p:cNvSpPr/>
            <p:nvPr/>
          </p:nvSpPr>
          <p:spPr>
            <a:xfrm rot="2582704">
              <a:off x="8632545" y="2817207"/>
              <a:ext cx="146185" cy="136187"/>
            </a:xfrm>
            <a:prstGeom prst="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4" name="กากบาท 83"/>
            <p:cNvSpPr/>
            <p:nvPr/>
          </p:nvSpPr>
          <p:spPr>
            <a:xfrm rot="2582704">
              <a:off x="9017381" y="2823793"/>
              <a:ext cx="146185" cy="136187"/>
            </a:xfrm>
            <a:prstGeom prst="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86" name="กลุ่ม 85"/>
          <p:cNvGrpSpPr/>
          <p:nvPr/>
        </p:nvGrpSpPr>
        <p:grpSpPr>
          <a:xfrm>
            <a:off x="10061542" y="2378440"/>
            <a:ext cx="1070965" cy="1213031"/>
            <a:chOff x="8357396" y="2406056"/>
            <a:chExt cx="1070965" cy="1213031"/>
          </a:xfrm>
        </p:grpSpPr>
        <p:grpSp>
          <p:nvGrpSpPr>
            <p:cNvPr id="87" name="กลุ่ม 86"/>
            <p:cNvGrpSpPr/>
            <p:nvPr/>
          </p:nvGrpSpPr>
          <p:grpSpPr>
            <a:xfrm>
              <a:off x="8357396" y="2406056"/>
              <a:ext cx="1070965" cy="1213031"/>
              <a:chOff x="8544637" y="608439"/>
              <a:chExt cx="1070965" cy="1213031"/>
            </a:xfrm>
          </p:grpSpPr>
          <p:sp>
            <p:nvSpPr>
              <p:cNvPr id="91" name="สี่เหลี่ยมผืนผ้า 90"/>
              <p:cNvSpPr/>
              <p:nvPr/>
            </p:nvSpPr>
            <p:spPr>
              <a:xfrm rot="8328700">
                <a:off x="9294478" y="1514882"/>
                <a:ext cx="95690" cy="306588"/>
              </a:xfrm>
              <a:prstGeom prst="rect">
                <a:avLst/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grpSp>
            <p:nvGrpSpPr>
              <p:cNvPr id="90" name="กลุ่ม 89"/>
              <p:cNvGrpSpPr/>
              <p:nvPr/>
            </p:nvGrpSpPr>
            <p:grpSpPr>
              <a:xfrm>
                <a:off x="8544637" y="608439"/>
                <a:ext cx="1070965" cy="1207178"/>
                <a:chOff x="8995075" y="2813370"/>
                <a:chExt cx="1070965" cy="1207178"/>
              </a:xfrm>
            </p:grpSpPr>
            <p:sp>
              <p:nvSpPr>
                <p:cNvPr id="92" name="สี่เหลี่ยมผืนผ้า 91"/>
                <p:cNvSpPr/>
                <p:nvPr/>
              </p:nvSpPr>
              <p:spPr>
                <a:xfrm rot="1715139">
                  <a:off x="9266412" y="3682390"/>
                  <a:ext cx="83759" cy="338158"/>
                </a:xfrm>
                <a:prstGeom prst="rect">
                  <a:avLst/>
                </a:prstGeom>
                <a:solidFill>
                  <a:srgbClr val="A9D18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grpSp>
              <p:nvGrpSpPr>
                <p:cNvPr id="93" name="กลุ่ม 92"/>
                <p:cNvGrpSpPr/>
                <p:nvPr/>
              </p:nvGrpSpPr>
              <p:grpSpPr>
                <a:xfrm>
                  <a:off x="8995075" y="2813370"/>
                  <a:ext cx="1070965" cy="998622"/>
                  <a:chOff x="7250876" y="2923674"/>
                  <a:chExt cx="1070965" cy="998622"/>
                </a:xfrm>
              </p:grpSpPr>
              <p:sp>
                <p:nvSpPr>
                  <p:cNvPr id="94" name="รูปแบบอิสระ 93"/>
                  <p:cNvSpPr/>
                  <p:nvPr/>
                </p:nvSpPr>
                <p:spPr>
                  <a:xfrm>
                    <a:off x="7250876" y="2923674"/>
                    <a:ext cx="1070965" cy="998622"/>
                  </a:xfrm>
                  <a:custGeom>
                    <a:avLst/>
                    <a:gdLst>
                      <a:gd name="connsiteX0" fmla="*/ 155 w 963126"/>
                      <a:gd name="connsiteY0" fmla="*/ 412169 h 1198073"/>
                      <a:gd name="connsiteX1" fmla="*/ 156565 w 963126"/>
                      <a:gd name="connsiteY1" fmla="*/ 1134064 h 1198073"/>
                      <a:gd name="connsiteX2" fmla="*/ 830334 w 963126"/>
                      <a:gd name="connsiteY2" fmla="*/ 1073906 h 1198073"/>
                      <a:gd name="connsiteX3" fmla="*/ 926586 w 963126"/>
                      <a:gd name="connsiteY3" fmla="*/ 352011 h 1198073"/>
                      <a:gd name="connsiteX4" fmla="*/ 385165 w 963126"/>
                      <a:gd name="connsiteY4" fmla="*/ 255758 h 1198073"/>
                      <a:gd name="connsiteX5" fmla="*/ 132502 w 963126"/>
                      <a:gd name="connsiteY5" fmla="*/ 3095 h 1198073"/>
                      <a:gd name="connsiteX6" fmla="*/ 155 w 963126"/>
                      <a:gd name="connsiteY6" fmla="*/ 412169 h 11980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963126" h="1198073">
                        <a:moveTo>
                          <a:pt x="155" y="412169"/>
                        </a:moveTo>
                        <a:cubicBezTo>
                          <a:pt x="4165" y="600664"/>
                          <a:pt x="18202" y="1023774"/>
                          <a:pt x="156565" y="1134064"/>
                        </a:cubicBezTo>
                        <a:cubicBezTo>
                          <a:pt x="294928" y="1244354"/>
                          <a:pt x="701997" y="1204248"/>
                          <a:pt x="830334" y="1073906"/>
                        </a:cubicBezTo>
                        <a:cubicBezTo>
                          <a:pt x="958671" y="943564"/>
                          <a:pt x="1000781" y="488369"/>
                          <a:pt x="926586" y="352011"/>
                        </a:cubicBezTo>
                        <a:cubicBezTo>
                          <a:pt x="852391" y="215653"/>
                          <a:pt x="517512" y="313911"/>
                          <a:pt x="385165" y="255758"/>
                        </a:cubicBezTo>
                        <a:cubicBezTo>
                          <a:pt x="252818" y="197605"/>
                          <a:pt x="194665" y="-28989"/>
                          <a:pt x="132502" y="3095"/>
                        </a:cubicBezTo>
                        <a:cubicBezTo>
                          <a:pt x="70339" y="35179"/>
                          <a:pt x="-3855" y="223674"/>
                          <a:pt x="155" y="412169"/>
                        </a:cubicBezTo>
                        <a:close/>
                      </a:path>
                    </a:pathLst>
                  </a:cu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h-TH"/>
                  </a:p>
                </p:txBody>
              </p:sp>
              <p:sp>
                <p:nvSpPr>
                  <p:cNvPr id="95" name="วงรี 94"/>
                  <p:cNvSpPr/>
                  <p:nvPr/>
                </p:nvSpPr>
                <p:spPr>
                  <a:xfrm>
                    <a:off x="7482060" y="3312681"/>
                    <a:ext cx="234116" cy="1936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h-TH"/>
                  </a:p>
                </p:txBody>
              </p:sp>
              <p:sp>
                <p:nvSpPr>
                  <p:cNvPr id="96" name="วงรี 95"/>
                  <p:cNvSpPr/>
                  <p:nvPr/>
                </p:nvSpPr>
                <p:spPr>
                  <a:xfrm>
                    <a:off x="7866896" y="3312681"/>
                    <a:ext cx="234116" cy="1936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h-TH"/>
                  </a:p>
                </p:txBody>
              </p:sp>
            </p:grpSp>
          </p:grpSp>
        </p:grpSp>
        <p:sp>
          <p:nvSpPr>
            <p:cNvPr id="88" name="กากบาท 87"/>
            <p:cNvSpPr/>
            <p:nvPr/>
          </p:nvSpPr>
          <p:spPr>
            <a:xfrm rot="2582704">
              <a:off x="8632545" y="2817207"/>
              <a:ext cx="146185" cy="136187"/>
            </a:xfrm>
            <a:prstGeom prst="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9" name="กากบาท 88"/>
            <p:cNvSpPr/>
            <p:nvPr/>
          </p:nvSpPr>
          <p:spPr>
            <a:xfrm rot="2582704">
              <a:off x="9017381" y="2823793"/>
              <a:ext cx="146185" cy="136187"/>
            </a:xfrm>
            <a:prstGeom prst="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30" name="กลุ่ม 129"/>
          <p:cNvGrpSpPr/>
          <p:nvPr/>
        </p:nvGrpSpPr>
        <p:grpSpPr>
          <a:xfrm>
            <a:off x="8544637" y="608439"/>
            <a:ext cx="1070965" cy="1213031"/>
            <a:chOff x="8544637" y="608439"/>
            <a:chExt cx="1070965" cy="1213031"/>
          </a:xfrm>
        </p:grpSpPr>
        <p:grpSp>
          <p:nvGrpSpPr>
            <p:cNvPr id="66" name="กลุ่ม 65"/>
            <p:cNvGrpSpPr/>
            <p:nvPr/>
          </p:nvGrpSpPr>
          <p:grpSpPr>
            <a:xfrm>
              <a:off x="8544637" y="608439"/>
              <a:ext cx="1070965" cy="1213031"/>
              <a:chOff x="8544637" y="608439"/>
              <a:chExt cx="1070965" cy="1213031"/>
            </a:xfrm>
          </p:grpSpPr>
          <p:grpSp>
            <p:nvGrpSpPr>
              <p:cNvPr id="58" name="กลุ่ม 57"/>
              <p:cNvGrpSpPr/>
              <p:nvPr/>
            </p:nvGrpSpPr>
            <p:grpSpPr>
              <a:xfrm>
                <a:off x="8544637" y="608439"/>
                <a:ext cx="1070965" cy="1207178"/>
                <a:chOff x="8995075" y="2813370"/>
                <a:chExt cx="1070965" cy="1207178"/>
              </a:xfrm>
            </p:grpSpPr>
            <p:sp>
              <p:nvSpPr>
                <p:cNvPr id="60" name="สี่เหลี่ยมผืนผ้า 59"/>
                <p:cNvSpPr/>
                <p:nvPr/>
              </p:nvSpPr>
              <p:spPr>
                <a:xfrm rot="1715139">
                  <a:off x="9266412" y="3682390"/>
                  <a:ext cx="83759" cy="338158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grpSp>
              <p:nvGrpSpPr>
                <p:cNvPr id="61" name="กลุ่ม 60"/>
                <p:cNvGrpSpPr/>
                <p:nvPr/>
              </p:nvGrpSpPr>
              <p:grpSpPr>
                <a:xfrm>
                  <a:off x="8995075" y="2813370"/>
                  <a:ext cx="1070965" cy="998622"/>
                  <a:chOff x="7250876" y="2923674"/>
                  <a:chExt cx="1070965" cy="998622"/>
                </a:xfrm>
              </p:grpSpPr>
              <p:sp>
                <p:nvSpPr>
                  <p:cNvPr id="62" name="รูปแบบอิสระ 61"/>
                  <p:cNvSpPr/>
                  <p:nvPr/>
                </p:nvSpPr>
                <p:spPr>
                  <a:xfrm>
                    <a:off x="7250876" y="2923674"/>
                    <a:ext cx="1070965" cy="998622"/>
                  </a:xfrm>
                  <a:custGeom>
                    <a:avLst/>
                    <a:gdLst>
                      <a:gd name="connsiteX0" fmla="*/ 155 w 963126"/>
                      <a:gd name="connsiteY0" fmla="*/ 412169 h 1198073"/>
                      <a:gd name="connsiteX1" fmla="*/ 156565 w 963126"/>
                      <a:gd name="connsiteY1" fmla="*/ 1134064 h 1198073"/>
                      <a:gd name="connsiteX2" fmla="*/ 830334 w 963126"/>
                      <a:gd name="connsiteY2" fmla="*/ 1073906 h 1198073"/>
                      <a:gd name="connsiteX3" fmla="*/ 926586 w 963126"/>
                      <a:gd name="connsiteY3" fmla="*/ 352011 h 1198073"/>
                      <a:gd name="connsiteX4" fmla="*/ 385165 w 963126"/>
                      <a:gd name="connsiteY4" fmla="*/ 255758 h 1198073"/>
                      <a:gd name="connsiteX5" fmla="*/ 132502 w 963126"/>
                      <a:gd name="connsiteY5" fmla="*/ 3095 h 1198073"/>
                      <a:gd name="connsiteX6" fmla="*/ 155 w 963126"/>
                      <a:gd name="connsiteY6" fmla="*/ 412169 h 11980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963126" h="1198073">
                        <a:moveTo>
                          <a:pt x="155" y="412169"/>
                        </a:moveTo>
                        <a:cubicBezTo>
                          <a:pt x="4165" y="600664"/>
                          <a:pt x="18202" y="1023774"/>
                          <a:pt x="156565" y="1134064"/>
                        </a:cubicBezTo>
                        <a:cubicBezTo>
                          <a:pt x="294928" y="1244354"/>
                          <a:pt x="701997" y="1204248"/>
                          <a:pt x="830334" y="1073906"/>
                        </a:cubicBezTo>
                        <a:cubicBezTo>
                          <a:pt x="958671" y="943564"/>
                          <a:pt x="1000781" y="488369"/>
                          <a:pt x="926586" y="352011"/>
                        </a:cubicBezTo>
                        <a:cubicBezTo>
                          <a:pt x="852391" y="215653"/>
                          <a:pt x="517512" y="313911"/>
                          <a:pt x="385165" y="255758"/>
                        </a:cubicBezTo>
                        <a:cubicBezTo>
                          <a:pt x="252818" y="197605"/>
                          <a:pt x="194665" y="-28989"/>
                          <a:pt x="132502" y="3095"/>
                        </a:cubicBezTo>
                        <a:cubicBezTo>
                          <a:pt x="70339" y="35179"/>
                          <a:pt x="-3855" y="223674"/>
                          <a:pt x="155" y="412169"/>
                        </a:cubicBezTo>
                        <a:close/>
                      </a:path>
                    </a:pathLst>
                  </a:custGeom>
                  <a:solidFill>
                    <a:srgbClr val="00B0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h-TH"/>
                  </a:p>
                </p:txBody>
              </p:sp>
              <p:sp>
                <p:nvSpPr>
                  <p:cNvPr id="63" name="วงรี 62"/>
                  <p:cNvSpPr/>
                  <p:nvPr/>
                </p:nvSpPr>
                <p:spPr>
                  <a:xfrm>
                    <a:off x="7482060" y="3312681"/>
                    <a:ext cx="234116" cy="1936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h-TH"/>
                  </a:p>
                </p:txBody>
              </p:sp>
              <p:sp>
                <p:nvSpPr>
                  <p:cNvPr id="64" name="วงรี 63"/>
                  <p:cNvSpPr/>
                  <p:nvPr/>
                </p:nvSpPr>
                <p:spPr>
                  <a:xfrm>
                    <a:off x="7866896" y="3312681"/>
                    <a:ext cx="234116" cy="1936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h-TH"/>
                  </a:p>
                </p:txBody>
              </p:sp>
            </p:grpSp>
          </p:grpSp>
          <p:sp>
            <p:nvSpPr>
              <p:cNvPr id="65" name="สี่เหลี่ยมผืนผ้า 64"/>
              <p:cNvSpPr/>
              <p:nvPr/>
            </p:nvSpPr>
            <p:spPr>
              <a:xfrm rot="8328700">
                <a:off x="9294478" y="1514882"/>
                <a:ext cx="95690" cy="306588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97" name="วงรี 96"/>
            <p:cNvSpPr/>
            <p:nvPr/>
          </p:nvSpPr>
          <p:spPr>
            <a:xfrm>
              <a:off x="8840826" y="1018822"/>
              <a:ext cx="97276" cy="857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8" name="วงรี 97"/>
            <p:cNvSpPr/>
            <p:nvPr/>
          </p:nvSpPr>
          <p:spPr>
            <a:xfrm>
              <a:off x="9229077" y="1008515"/>
              <a:ext cx="97276" cy="857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31" name="กลุ่ม 130"/>
          <p:cNvGrpSpPr/>
          <p:nvPr/>
        </p:nvGrpSpPr>
        <p:grpSpPr>
          <a:xfrm>
            <a:off x="10100277" y="656839"/>
            <a:ext cx="1070965" cy="1213031"/>
            <a:chOff x="10100277" y="656839"/>
            <a:chExt cx="1070965" cy="1213031"/>
          </a:xfrm>
        </p:grpSpPr>
        <p:grpSp>
          <p:nvGrpSpPr>
            <p:cNvPr id="67" name="กลุ่ม 66"/>
            <p:cNvGrpSpPr/>
            <p:nvPr/>
          </p:nvGrpSpPr>
          <p:grpSpPr>
            <a:xfrm>
              <a:off x="10100277" y="656839"/>
              <a:ext cx="1070965" cy="1213031"/>
              <a:chOff x="8544637" y="608439"/>
              <a:chExt cx="1070965" cy="1213031"/>
            </a:xfrm>
          </p:grpSpPr>
          <p:sp>
            <p:nvSpPr>
              <p:cNvPr id="69" name="สี่เหลี่ยมผืนผ้า 68"/>
              <p:cNvSpPr/>
              <p:nvPr/>
            </p:nvSpPr>
            <p:spPr>
              <a:xfrm rot="8328700">
                <a:off x="9294478" y="1514882"/>
                <a:ext cx="95690" cy="306588"/>
              </a:xfrm>
              <a:prstGeom prst="rect">
                <a:avLst/>
              </a:prstGeom>
              <a:solidFill>
                <a:srgbClr val="A9D18E"/>
              </a:solidFill>
              <a:ln>
                <a:solidFill>
                  <a:srgbClr val="A9D18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grpSp>
            <p:nvGrpSpPr>
              <p:cNvPr id="68" name="กลุ่ม 67"/>
              <p:cNvGrpSpPr/>
              <p:nvPr/>
            </p:nvGrpSpPr>
            <p:grpSpPr>
              <a:xfrm>
                <a:off x="8544637" y="608439"/>
                <a:ext cx="1070965" cy="1207178"/>
                <a:chOff x="8995075" y="2813370"/>
                <a:chExt cx="1070965" cy="1207178"/>
              </a:xfrm>
            </p:grpSpPr>
            <p:sp>
              <p:nvSpPr>
                <p:cNvPr id="70" name="สี่เหลี่ยมผืนผ้า 69"/>
                <p:cNvSpPr/>
                <p:nvPr/>
              </p:nvSpPr>
              <p:spPr>
                <a:xfrm rot="1715139">
                  <a:off x="9266412" y="3682390"/>
                  <a:ext cx="83759" cy="338158"/>
                </a:xfrm>
                <a:prstGeom prst="rect">
                  <a:avLst/>
                </a:prstGeom>
                <a:solidFill>
                  <a:srgbClr val="A9D18E"/>
                </a:solidFill>
                <a:ln>
                  <a:solidFill>
                    <a:srgbClr val="A9D18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grpSp>
              <p:nvGrpSpPr>
                <p:cNvPr id="71" name="กลุ่ม 70"/>
                <p:cNvGrpSpPr/>
                <p:nvPr/>
              </p:nvGrpSpPr>
              <p:grpSpPr>
                <a:xfrm>
                  <a:off x="8995075" y="2813370"/>
                  <a:ext cx="1070965" cy="998622"/>
                  <a:chOff x="7250876" y="2923674"/>
                  <a:chExt cx="1070965" cy="998622"/>
                </a:xfrm>
              </p:grpSpPr>
              <p:sp>
                <p:nvSpPr>
                  <p:cNvPr id="72" name="รูปแบบอิสระ 71"/>
                  <p:cNvSpPr/>
                  <p:nvPr/>
                </p:nvSpPr>
                <p:spPr>
                  <a:xfrm>
                    <a:off x="7250876" y="2923674"/>
                    <a:ext cx="1070965" cy="998622"/>
                  </a:xfrm>
                  <a:custGeom>
                    <a:avLst/>
                    <a:gdLst>
                      <a:gd name="connsiteX0" fmla="*/ 155 w 963126"/>
                      <a:gd name="connsiteY0" fmla="*/ 412169 h 1198073"/>
                      <a:gd name="connsiteX1" fmla="*/ 156565 w 963126"/>
                      <a:gd name="connsiteY1" fmla="*/ 1134064 h 1198073"/>
                      <a:gd name="connsiteX2" fmla="*/ 830334 w 963126"/>
                      <a:gd name="connsiteY2" fmla="*/ 1073906 h 1198073"/>
                      <a:gd name="connsiteX3" fmla="*/ 926586 w 963126"/>
                      <a:gd name="connsiteY3" fmla="*/ 352011 h 1198073"/>
                      <a:gd name="connsiteX4" fmla="*/ 385165 w 963126"/>
                      <a:gd name="connsiteY4" fmla="*/ 255758 h 1198073"/>
                      <a:gd name="connsiteX5" fmla="*/ 132502 w 963126"/>
                      <a:gd name="connsiteY5" fmla="*/ 3095 h 1198073"/>
                      <a:gd name="connsiteX6" fmla="*/ 155 w 963126"/>
                      <a:gd name="connsiteY6" fmla="*/ 412169 h 11980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963126" h="1198073">
                        <a:moveTo>
                          <a:pt x="155" y="412169"/>
                        </a:moveTo>
                        <a:cubicBezTo>
                          <a:pt x="4165" y="600664"/>
                          <a:pt x="18202" y="1023774"/>
                          <a:pt x="156565" y="1134064"/>
                        </a:cubicBezTo>
                        <a:cubicBezTo>
                          <a:pt x="294928" y="1244354"/>
                          <a:pt x="701997" y="1204248"/>
                          <a:pt x="830334" y="1073906"/>
                        </a:cubicBezTo>
                        <a:cubicBezTo>
                          <a:pt x="958671" y="943564"/>
                          <a:pt x="1000781" y="488369"/>
                          <a:pt x="926586" y="352011"/>
                        </a:cubicBezTo>
                        <a:cubicBezTo>
                          <a:pt x="852391" y="215653"/>
                          <a:pt x="517512" y="313911"/>
                          <a:pt x="385165" y="255758"/>
                        </a:cubicBezTo>
                        <a:cubicBezTo>
                          <a:pt x="252818" y="197605"/>
                          <a:pt x="194665" y="-28989"/>
                          <a:pt x="132502" y="3095"/>
                        </a:cubicBezTo>
                        <a:cubicBezTo>
                          <a:pt x="70339" y="35179"/>
                          <a:pt x="-3855" y="223674"/>
                          <a:pt x="155" y="412169"/>
                        </a:cubicBezTo>
                        <a:close/>
                      </a:path>
                    </a:pathLst>
                  </a:cu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h-TH"/>
                  </a:p>
                </p:txBody>
              </p:sp>
              <p:sp>
                <p:nvSpPr>
                  <p:cNvPr id="73" name="วงรี 72"/>
                  <p:cNvSpPr/>
                  <p:nvPr/>
                </p:nvSpPr>
                <p:spPr>
                  <a:xfrm>
                    <a:off x="7482060" y="3312681"/>
                    <a:ext cx="234116" cy="1936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h-TH"/>
                  </a:p>
                </p:txBody>
              </p:sp>
              <p:sp>
                <p:nvSpPr>
                  <p:cNvPr id="74" name="วงรี 73"/>
                  <p:cNvSpPr/>
                  <p:nvPr/>
                </p:nvSpPr>
                <p:spPr>
                  <a:xfrm>
                    <a:off x="7866896" y="3312681"/>
                    <a:ext cx="234116" cy="1936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h-TH"/>
                  </a:p>
                </p:txBody>
              </p:sp>
            </p:grpSp>
          </p:grpSp>
        </p:grpSp>
        <p:sp>
          <p:nvSpPr>
            <p:cNvPr id="99" name="วงรี 98"/>
            <p:cNvSpPr/>
            <p:nvPr/>
          </p:nvSpPr>
          <p:spPr>
            <a:xfrm>
              <a:off x="10395157" y="1051611"/>
              <a:ext cx="97276" cy="857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00" name="วงรี 99"/>
            <p:cNvSpPr/>
            <p:nvPr/>
          </p:nvSpPr>
          <p:spPr>
            <a:xfrm>
              <a:off x="10784717" y="1054006"/>
              <a:ext cx="97276" cy="857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08" name="กลุ่ม 107"/>
          <p:cNvGrpSpPr/>
          <p:nvPr/>
        </p:nvGrpSpPr>
        <p:grpSpPr>
          <a:xfrm>
            <a:off x="4390521" y="413483"/>
            <a:ext cx="1070965" cy="1183515"/>
            <a:chOff x="4373313" y="403742"/>
            <a:chExt cx="1070965" cy="1183515"/>
          </a:xfrm>
        </p:grpSpPr>
        <p:grpSp>
          <p:nvGrpSpPr>
            <p:cNvPr id="2" name="กลุ่ม 1"/>
            <p:cNvGrpSpPr/>
            <p:nvPr/>
          </p:nvGrpSpPr>
          <p:grpSpPr>
            <a:xfrm>
              <a:off x="4686530" y="1233285"/>
              <a:ext cx="396976" cy="353972"/>
              <a:chOff x="11305044" y="1001056"/>
              <a:chExt cx="396976" cy="353972"/>
            </a:xfrm>
            <a:solidFill>
              <a:srgbClr val="33CCFF"/>
            </a:solidFill>
          </p:grpSpPr>
          <p:sp>
            <p:nvSpPr>
              <p:cNvPr id="3" name="สี่เหลี่ยมผืนผ้า 2"/>
              <p:cNvSpPr/>
              <p:nvPr/>
            </p:nvSpPr>
            <p:spPr>
              <a:xfrm>
                <a:off x="11305044" y="1016870"/>
                <a:ext cx="83759" cy="33815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4" name="สี่เหลี่ยมผืนผ้า 3"/>
              <p:cNvSpPr/>
              <p:nvPr/>
            </p:nvSpPr>
            <p:spPr>
              <a:xfrm>
                <a:off x="11618261" y="1001056"/>
                <a:ext cx="83759" cy="33815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grpSp>
          <p:nvGrpSpPr>
            <p:cNvPr id="5" name="กลุ่ม 4"/>
            <p:cNvGrpSpPr/>
            <p:nvPr/>
          </p:nvGrpSpPr>
          <p:grpSpPr>
            <a:xfrm>
              <a:off x="4373313" y="403742"/>
              <a:ext cx="1070965" cy="998622"/>
              <a:chOff x="5582497" y="2923674"/>
              <a:chExt cx="1070965" cy="998622"/>
            </a:xfrm>
          </p:grpSpPr>
          <p:sp>
            <p:nvSpPr>
              <p:cNvPr id="6" name="รูปแบบอิสระ 5"/>
              <p:cNvSpPr/>
              <p:nvPr/>
            </p:nvSpPr>
            <p:spPr>
              <a:xfrm>
                <a:off x="5582497" y="2923674"/>
                <a:ext cx="1070965" cy="998622"/>
              </a:xfrm>
              <a:custGeom>
                <a:avLst/>
                <a:gdLst>
                  <a:gd name="connsiteX0" fmla="*/ 155 w 963126"/>
                  <a:gd name="connsiteY0" fmla="*/ 412169 h 1198073"/>
                  <a:gd name="connsiteX1" fmla="*/ 156565 w 963126"/>
                  <a:gd name="connsiteY1" fmla="*/ 1134064 h 1198073"/>
                  <a:gd name="connsiteX2" fmla="*/ 830334 w 963126"/>
                  <a:gd name="connsiteY2" fmla="*/ 1073906 h 1198073"/>
                  <a:gd name="connsiteX3" fmla="*/ 926586 w 963126"/>
                  <a:gd name="connsiteY3" fmla="*/ 352011 h 1198073"/>
                  <a:gd name="connsiteX4" fmla="*/ 385165 w 963126"/>
                  <a:gd name="connsiteY4" fmla="*/ 255758 h 1198073"/>
                  <a:gd name="connsiteX5" fmla="*/ 132502 w 963126"/>
                  <a:gd name="connsiteY5" fmla="*/ 3095 h 1198073"/>
                  <a:gd name="connsiteX6" fmla="*/ 155 w 963126"/>
                  <a:gd name="connsiteY6" fmla="*/ 412169 h 1198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63126" h="1198073">
                    <a:moveTo>
                      <a:pt x="155" y="412169"/>
                    </a:moveTo>
                    <a:cubicBezTo>
                      <a:pt x="4165" y="600664"/>
                      <a:pt x="18202" y="1023774"/>
                      <a:pt x="156565" y="1134064"/>
                    </a:cubicBezTo>
                    <a:cubicBezTo>
                      <a:pt x="294928" y="1244354"/>
                      <a:pt x="701997" y="1204248"/>
                      <a:pt x="830334" y="1073906"/>
                    </a:cubicBezTo>
                    <a:cubicBezTo>
                      <a:pt x="958671" y="943564"/>
                      <a:pt x="1000781" y="488369"/>
                      <a:pt x="926586" y="352011"/>
                    </a:cubicBezTo>
                    <a:cubicBezTo>
                      <a:pt x="852391" y="215653"/>
                      <a:pt x="517512" y="313911"/>
                      <a:pt x="385165" y="255758"/>
                    </a:cubicBezTo>
                    <a:cubicBezTo>
                      <a:pt x="252818" y="197605"/>
                      <a:pt x="194665" y="-28989"/>
                      <a:pt x="132502" y="3095"/>
                    </a:cubicBezTo>
                    <a:cubicBezTo>
                      <a:pt x="70339" y="35179"/>
                      <a:pt x="-3855" y="223674"/>
                      <a:pt x="155" y="412169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7" name="วงรี 6"/>
              <p:cNvSpPr/>
              <p:nvPr/>
            </p:nvSpPr>
            <p:spPr>
              <a:xfrm>
                <a:off x="5778656" y="3312681"/>
                <a:ext cx="234116" cy="19364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8" name="วงรี 7"/>
              <p:cNvSpPr/>
              <p:nvPr/>
            </p:nvSpPr>
            <p:spPr>
              <a:xfrm>
                <a:off x="6216059" y="3312681"/>
                <a:ext cx="234116" cy="19364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101" name="วงรี 100"/>
            <p:cNvSpPr/>
            <p:nvPr/>
          </p:nvSpPr>
          <p:spPr>
            <a:xfrm>
              <a:off x="4628561" y="885607"/>
              <a:ext cx="97276" cy="857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02" name="วงรี 101"/>
            <p:cNvSpPr/>
            <p:nvPr/>
          </p:nvSpPr>
          <p:spPr>
            <a:xfrm>
              <a:off x="5108774" y="885570"/>
              <a:ext cx="97276" cy="857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27" name="กลุ่ม 126"/>
          <p:cNvGrpSpPr/>
          <p:nvPr/>
        </p:nvGrpSpPr>
        <p:grpSpPr>
          <a:xfrm>
            <a:off x="4192926" y="1941969"/>
            <a:ext cx="1070965" cy="1183515"/>
            <a:chOff x="4192926" y="1941969"/>
            <a:chExt cx="1070965" cy="1183515"/>
          </a:xfrm>
        </p:grpSpPr>
        <p:grpSp>
          <p:nvGrpSpPr>
            <p:cNvPr id="37" name="กลุ่ม 36"/>
            <p:cNvGrpSpPr/>
            <p:nvPr/>
          </p:nvGrpSpPr>
          <p:grpSpPr>
            <a:xfrm>
              <a:off x="4192926" y="1941969"/>
              <a:ext cx="1070965" cy="1183515"/>
              <a:chOff x="8995075" y="2813370"/>
              <a:chExt cx="1070965" cy="1183515"/>
            </a:xfrm>
          </p:grpSpPr>
          <p:sp>
            <p:nvSpPr>
              <p:cNvPr id="38" name="สี่เหลี่ยมผืนผ้า 37"/>
              <p:cNvSpPr/>
              <p:nvPr/>
            </p:nvSpPr>
            <p:spPr>
              <a:xfrm rot="20259806">
                <a:off x="9700336" y="3645743"/>
                <a:ext cx="83759" cy="338158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39" name="สี่เหลี่ยมผืนผ้า 38"/>
              <p:cNvSpPr/>
              <p:nvPr/>
            </p:nvSpPr>
            <p:spPr>
              <a:xfrm rot="151383">
                <a:off x="9292450" y="3658727"/>
                <a:ext cx="83759" cy="338158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grpSp>
            <p:nvGrpSpPr>
              <p:cNvPr id="40" name="กลุ่ม 39"/>
              <p:cNvGrpSpPr/>
              <p:nvPr/>
            </p:nvGrpSpPr>
            <p:grpSpPr>
              <a:xfrm>
                <a:off x="8995075" y="2813370"/>
                <a:ext cx="1070965" cy="998622"/>
                <a:chOff x="7250876" y="2923674"/>
                <a:chExt cx="1070965" cy="998622"/>
              </a:xfrm>
            </p:grpSpPr>
            <p:sp>
              <p:nvSpPr>
                <p:cNvPr id="41" name="รูปแบบอิสระ 40"/>
                <p:cNvSpPr/>
                <p:nvPr/>
              </p:nvSpPr>
              <p:spPr>
                <a:xfrm>
                  <a:off x="7250876" y="2923674"/>
                  <a:ext cx="1070965" cy="998622"/>
                </a:xfrm>
                <a:custGeom>
                  <a:avLst/>
                  <a:gdLst>
                    <a:gd name="connsiteX0" fmla="*/ 155 w 963126"/>
                    <a:gd name="connsiteY0" fmla="*/ 412169 h 1198073"/>
                    <a:gd name="connsiteX1" fmla="*/ 156565 w 963126"/>
                    <a:gd name="connsiteY1" fmla="*/ 1134064 h 1198073"/>
                    <a:gd name="connsiteX2" fmla="*/ 830334 w 963126"/>
                    <a:gd name="connsiteY2" fmla="*/ 1073906 h 1198073"/>
                    <a:gd name="connsiteX3" fmla="*/ 926586 w 963126"/>
                    <a:gd name="connsiteY3" fmla="*/ 352011 h 1198073"/>
                    <a:gd name="connsiteX4" fmla="*/ 385165 w 963126"/>
                    <a:gd name="connsiteY4" fmla="*/ 255758 h 1198073"/>
                    <a:gd name="connsiteX5" fmla="*/ 132502 w 963126"/>
                    <a:gd name="connsiteY5" fmla="*/ 3095 h 1198073"/>
                    <a:gd name="connsiteX6" fmla="*/ 155 w 963126"/>
                    <a:gd name="connsiteY6" fmla="*/ 412169 h 11980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63126" h="1198073">
                      <a:moveTo>
                        <a:pt x="155" y="412169"/>
                      </a:moveTo>
                      <a:cubicBezTo>
                        <a:pt x="4165" y="600664"/>
                        <a:pt x="18202" y="1023774"/>
                        <a:pt x="156565" y="1134064"/>
                      </a:cubicBezTo>
                      <a:cubicBezTo>
                        <a:pt x="294928" y="1244354"/>
                        <a:pt x="701997" y="1204248"/>
                        <a:pt x="830334" y="1073906"/>
                      </a:cubicBezTo>
                      <a:cubicBezTo>
                        <a:pt x="958671" y="943564"/>
                        <a:pt x="1000781" y="488369"/>
                        <a:pt x="926586" y="352011"/>
                      </a:cubicBezTo>
                      <a:cubicBezTo>
                        <a:pt x="852391" y="215653"/>
                        <a:pt x="517512" y="313911"/>
                        <a:pt x="385165" y="255758"/>
                      </a:cubicBezTo>
                      <a:cubicBezTo>
                        <a:pt x="252818" y="197605"/>
                        <a:pt x="194665" y="-28989"/>
                        <a:pt x="132502" y="3095"/>
                      </a:cubicBezTo>
                      <a:cubicBezTo>
                        <a:pt x="70339" y="35179"/>
                        <a:pt x="-3855" y="223674"/>
                        <a:pt x="155" y="412169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42" name="วงรี 41"/>
                <p:cNvSpPr/>
                <p:nvPr/>
              </p:nvSpPr>
              <p:spPr>
                <a:xfrm>
                  <a:off x="7482060" y="3312681"/>
                  <a:ext cx="234116" cy="19364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43" name="วงรี 42"/>
                <p:cNvSpPr/>
                <p:nvPr/>
              </p:nvSpPr>
              <p:spPr>
                <a:xfrm>
                  <a:off x="7866896" y="3312681"/>
                  <a:ext cx="234116" cy="19364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</p:grpSp>
        <p:sp>
          <p:nvSpPr>
            <p:cNvPr id="109" name="วงรี 108"/>
            <p:cNvSpPr/>
            <p:nvPr/>
          </p:nvSpPr>
          <p:spPr>
            <a:xfrm>
              <a:off x="4530457" y="2427799"/>
              <a:ext cx="97276" cy="857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0" name="วงรี 109"/>
            <p:cNvSpPr/>
            <p:nvPr/>
          </p:nvSpPr>
          <p:spPr>
            <a:xfrm>
              <a:off x="4904403" y="2427799"/>
              <a:ext cx="97276" cy="857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28" name="กลุ่ม 127"/>
          <p:cNvGrpSpPr/>
          <p:nvPr/>
        </p:nvGrpSpPr>
        <p:grpSpPr>
          <a:xfrm>
            <a:off x="3996697" y="3467731"/>
            <a:ext cx="1070965" cy="1183516"/>
            <a:chOff x="3996697" y="3467731"/>
            <a:chExt cx="1070965" cy="1183516"/>
          </a:xfrm>
        </p:grpSpPr>
        <p:grpSp>
          <p:nvGrpSpPr>
            <p:cNvPr id="44" name="กลุ่ม 43"/>
            <p:cNvGrpSpPr/>
            <p:nvPr/>
          </p:nvGrpSpPr>
          <p:grpSpPr>
            <a:xfrm>
              <a:off x="3996697" y="3467731"/>
              <a:ext cx="1070965" cy="1183516"/>
              <a:chOff x="8995075" y="2813370"/>
              <a:chExt cx="1070965" cy="1183516"/>
            </a:xfrm>
          </p:grpSpPr>
          <p:sp>
            <p:nvSpPr>
              <p:cNvPr id="45" name="สี่เหลี่ยมผืนผ้า 44"/>
              <p:cNvSpPr/>
              <p:nvPr/>
            </p:nvSpPr>
            <p:spPr>
              <a:xfrm rot="18831240">
                <a:off x="9748281" y="3658727"/>
                <a:ext cx="83759" cy="338158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46" name="สี่เหลี่ยมผืนผ้า 45"/>
              <p:cNvSpPr/>
              <p:nvPr/>
            </p:nvSpPr>
            <p:spPr>
              <a:xfrm rot="1715139">
                <a:off x="9216656" y="3658728"/>
                <a:ext cx="83759" cy="338158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grpSp>
            <p:nvGrpSpPr>
              <p:cNvPr id="47" name="กลุ่ม 46"/>
              <p:cNvGrpSpPr/>
              <p:nvPr/>
            </p:nvGrpSpPr>
            <p:grpSpPr>
              <a:xfrm>
                <a:off x="8995075" y="2813370"/>
                <a:ext cx="1070965" cy="998622"/>
                <a:chOff x="7250876" y="2923674"/>
                <a:chExt cx="1070965" cy="998622"/>
              </a:xfrm>
            </p:grpSpPr>
            <p:sp>
              <p:nvSpPr>
                <p:cNvPr id="48" name="รูปแบบอิสระ 47"/>
                <p:cNvSpPr/>
                <p:nvPr/>
              </p:nvSpPr>
              <p:spPr>
                <a:xfrm>
                  <a:off x="7250876" y="2923674"/>
                  <a:ext cx="1070965" cy="998622"/>
                </a:xfrm>
                <a:custGeom>
                  <a:avLst/>
                  <a:gdLst>
                    <a:gd name="connsiteX0" fmla="*/ 155 w 963126"/>
                    <a:gd name="connsiteY0" fmla="*/ 412169 h 1198073"/>
                    <a:gd name="connsiteX1" fmla="*/ 156565 w 963126"/>
                    <a:gd name="connsiteY1" fmla="*/ 1134064 h 1198073"/>
                    <a:gd name="connsiteX2" fmla="*/ 830334 w 963126"/>
                    <a:gd name="connsiteY2" fmla="*/ 1073906 h 1198073"/>
                    <a:gd name="connsiteX3" fmla="*/ 926586 w 963126"/>
                    <a:gd name="connsiteY3" fmla="*/ 352011 h 1198073"/>
                    <a:gd name="connsiteX4" fmla="*/ 385165 w 963126"/>
                    <a:gd name="connsiteY4" fmla="*/ 255758 h 1198073"/>
                    <a:gd name="connsiteX5" fmla="*/ 132502 w 963126"/>
                    <a:gd name="connsiteY5" fmla="*/ 3095 h 1198073"/>
                    <a:gd name="connsiteX6" fmla="*/ 155 w 963126"/>
                    <a:gd name="connsiteY6" fmla="*/ 412169 h 11980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63126" h="1198073">
                      <a:moveTo>
                        <a:pt x="155" y="412169"/>
                      </a:moveTo>
                      <a:cubicBezTo>
                        <a:pt x="4165" y="600664"/>
                        <a:pt x="18202" y="1023774"/>
                        <a:pt x="156565" y="1134064"/>
                      </a:cubicBezTo>
                      <a:cubicBezTo>
                        <a:pt x="294928" y="1244354"/>
                        <a:pt x="701997" y="1204248"/>
                        <a:pt x="830334" y="1073906"/>
                      </a:cubicBezTo>
                      <a:cubicBezTo>
                        <a:pt x="958671" y="943564"/>
                        <a:pt x="1000781" y="488369"/>
                        <a:pt x="926586" y="352011"/>
                      </a:cubicBezTo>
                      <a:cubicBezTo>
                        <a:pt x="852391" y="215653"/>
                        <a:pt x="517512" y="313911"/>
                        <a:pt x="385165" y="255758"/>
                      </a:cubicBezTo>
                      <a:cubicBezTo>
                        <a:pt x="252818" y="197605"/>
                        <a:pt x="194665" y="-28989"/>
                        <a:pt x="132502" y="3095"/>
                      </a:cubicBezTo>
                      <a:cubicBezTo>
                        <a:pt x="70339" y="35179"/>
                        <a:pt x="-3855" y="223674"/>
                        <a:pt x="155" y="412169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49" name="วงรี 48"/>
                <p:cNvSpPr/>
                <p:nvPr/>
              </p:nvSpPr>
              <p:spPr>
                <a:xfrm>
                  <a:off x="7482060" y="3312681"/>
                  <a:ext cx="234116" cy="19364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50" name="วงรี 49"/>
                <p:cNvSpPr/>
                <p:nvPr/>
              </p:nvSpPr>
              <p:spPr>
                <a:xfrm>
                  <a:off x="7866896" y="3312681"/>
                  <a:ext cx="234116" cy="19364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</p:grpSp>
        <p:sp>
          <p:nvSpPr>
            <p:cNvPr id="111" name="วงรี 110"/>
            <p:cNvSpPr/>
            <p:nvPr/>
          </p:nvSpPr>
          <p:spPr>
            <a:xfrm>
              <a:off x="4260157" y="3940967"/>
              <a:ext cx="97276" cy="857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2" name="วงรี 111"/>
            <p:cNvSpPr/>
            <p:nvPr/>
          </p:nvSpPr>
          <p:spPr>
            <a:xfrm>
              <a:off x="4723520" y="3940666"/>
              <a:ext cx="97276" cy="857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29" name="กลุ่ม 128"/>
          <p:cNvGrpSpPr/>
          <p:nvPr/>
        </p:nvGrpSpPr>
        <p:grpSpPr>
          <a:xfrm>
            <a:off x="4012541" y="4948715"/>
            <a:ext cx="1070965" cy="1207179"/>
            <a:chOff x="4012541" y="4948715"/>
            <a:chExt cx="1070965" cy="1207179"/>
          </a:xfrm>
        </p:grpSpPr>
        <p:grpSp>
          <p:nvGrpSpPr>
            <p:cNvPr id="51" name="กลุ่ม 50"/>
            <p:cNvGrpSpPr/>
            <p:nvPr/>
          </p:nvGrpSpPr>
          <p:grpSpPr>
            <a:xfrm>
              <a:off x="4012541" y="4948715"/>
              <a:ext cx="1070965" cy="1207179"/>
              <a:chOff x="8995075" y="2813370"/>
              <a:chExt cx="1070965" cy="1207179"/>
            </a:xfrm>
          </p:grpSpPr>
          <p:sp>
            <p:nvSpPr>
              <p:cNvPr id="52" name="สี่เหลี่ยมผืนผ้า 51"/>
              <p:cNvSpPr/>
              <p:nvPr/>
            </p:nvSpPr>
            <p:spPr>
              <a:xfrm rot="21282742">
                <a:off x="9748281" y="3658727"/>
                <a:ext cx="83759" cy="338158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53" name="สี่เหลี่ยมผืนผ้า 52"/>
              <p:cNvSpPr/>
              <p:nvPr/>
            </p:nvSpPr>
            <p:spPr>
              <a:xfrm rot="1715139">
                <a:off x="9181477" y="3682391"/>
                <a:ext cx="83759" cy="338158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grpSp>
            <p:nvGrpSpPr>
              <p:cNvPr id="54" name="กลุ่ม 53"/>
              <p:cNvGrpSpPr/>
              <p:nvPr/>
            </p:nvGrpSpPr>
            <p:grpSpPr>
              <a:xfrm>
                <a:off x="8995075" y="2813370"/>
                <a:ext cx="1070965" cy="998622"/>
                <a:chOff x="7250876" y="2923674"/>
                <a:chExt cx="1070965" cy="998622"/>
              </a:xfrm>
            </p:grpSpPr>
            <p:sp>
              <p:nvSpPr>
                <p:cNvPr id="55" name="รูปแบบอิสระ 54"/>
                <p:cNvSpPr/>
                <p:nvPr/>
              </p:nvSpPr>
              <p:spPr>
                <a:xfrm>
                  <a:off x="7250876" y="2923674"/>
                  <a:ext cx="1070965" cy="998622"/>
                </a:xfrm>
                <a:custGeom>
                  <a:avLst/>
                  <a:gdLst>
                    <a:gd name="connsiteX0" fmla="*/ 155 w 963126"/>
                    <a:gd name="connsiteY0" fmla="*/ 412169 h 1198073"/>
                    <a:gd name="connsiteX1" fmla="*/ 156565 w 963126"/>
                    <a:gd name="connsiteY1" fmla="*/ 1134064 h 1198073"/>
                    <a:gd name="connsiteX2" fmla="*/ 830334 w 963126"/>
                    <a:gd name="connsiteY2" fmla="*/ 1073906 h 1198073"/>
                    <a:gd name="connsiteX3" fmla="*/ 926586 w 963126"/>
                    <a:gd name="connsiteY3" fmla="*/ 352011 h 1198073"/>
                    <a:gd name="connsiteX4" fmla="*/ 385165 w 963126"/>
                    <a:gd name="connsiteY4" fmla="*/ 255758 h 1198073"/>
                    <a:gd name="connsiteX5" fmla="*/ 132502 w 963126"/>
                    <a:gd name="connsiteY5" fmla="*/ 3095 h 1198073"/>
                    <a:gd name="connsiteX6" fmla="*/ 155 w 963126"/>
                    <a:gd name="connsiteY6" fmla="*/ 412169 h 11980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63126" h="1198073">
                      <a:moveTo>
                        <a:pt x="155" y="412169"/>
                      </a:moveTo>
                      <a:cubicBezTo>
                        <a:pt x="4165" y="600664"/>
                        <a:pt x="18202" y="1023774"/>
                        <a:pt x="156565" y="1134064"/>
                      </a:cubicBezTo>
                      <a:cubicBezTo>
                        <a:pt x="294928" y="1244354"/>
                        <a:pt x="701997" y="1204248"/>
                        <a:pt x="830334" y="1073906"/>
                      </a:cubicBezTo>
                      <a:cubicBezTo>
                        <a:pt x="958671" y="943564"/>
                        <a:pt x="1000781" y="488369"/>
                        <a:pt x="926586" y="352011"/>
                      </a:cubicBezTo>
                      <a:cubicBezTo>
                        <a:pt x="852391" y="215653"/>
                        <a:pt x="517512" y="313911"/>
                        <a:pt x="385165" y="255758"/>
                      </a:cubicBezTo>
                      <a:cubicBezTo>
                        <a:pt x="252818" y="197605"/>
                        <a:pt x="194665" y="-28989"/>
                        <a:pt x="132502" y="3095"/>
                      </a:cubicBezTo>
                      <a:cubicBezTo>
                        <a:pt x="70339" y="35179"/>
                        <a:pt x="-3855" y="223674"/>
                        <a:pt x="155" y="412169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56" name="วงรี 55"/>
                <p:cNvSpPr/>
                <p:nvPr/>
              </p:nvSpPr>
              <p:spPr>
                <a:xfrm>
                  <a:off x="7482060" y="3312681"/>
                  <a:ext cx="234116" cy="19364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57" name="วงรี 56"/>
                <p:cNvSpPr/>
                <p:nvPr/>
              </p:nvSpPr>
              <p:spPr>
                <a:xfrm>
                  <a:off x="7866896" y="3312681"/>
                  <a:ext cx="234116" cy="19364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</p:grpSp>
        <p:sp>
          <p:nvSpPr>
            <p:cNvPr id="113" name="วงรี 112"/>
            <p:cNvSpPr/>
            <p:nvPr/>
          </p:nvSpPr>
          <p:spPr>
            <a:xfrm>
              <a:off x="4269698" y="5426436"/>
              <a:ext cx="97276" cy="857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4" name="วงรี 113"/>
            <p:cNvSpPr/>
            <p:nvPr/>
          </p:nvSpPr>
          <p:spPr>
            <a:xfrm>
              <a:off x="4655100" y="5417526"/>
              <a:ext cx="97276" cy="857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26" name="กลุ่ม 125"/>
          <p:cNvGrpSpPr/>
          <p:nvPr/>
        </p:nvGrpSpPr>
        <p:grpSpPr>
          <a:xfrm>
            <a:off x="966401" y="4944221"/>
            <a:ext cx="1070965" cy="1207179"/>
            <a:chOff x="966401" y="4944221"/>
            <a:chExt cx="1070965" cy="1207179"/>
          </a:xfrm>
        </p:grpSpPr>
        <p:grpSp>
          <p:nvGrpSpPr>
            <p:cNvPr id="30" name="กลุ่ม 29"/>
            <p:cNvGrpSpPr/>
            <p:nvPr/>
          </p:nvGrpSpPr>
          <p:grpSpPr>
            <a:xfrm>
              <a:off x="966401" y="4944221"/>
              <a:ext cx="1070965" cy="1207179"/>
              <a:chOff x="8995075" y="2813370"/>
              <a:chExt cx="1070965" cy="1207179"/>
            </a:xfrm>
          </p:grpSpPr>
          <p:sp>
            <p:nvSpPr>
              <p:cNvPr id="31" name="สี่เหลี่ยมผืนผ้า 30"/>
              <p:cNvSpPr/>
              <p:nvPr/>
            </p:nvSpPr>
            <p:spPr>
              <a:xfrm rot="21282742">
                <a:off x="9748281" y="3658727"/>
                <a:ext cx="83759" cy="33815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32" name="สี่เหลี่ยมผืนผ้า 31"/>
              <p:cNvSpPr/>
              <p:nvPr/>
            </p:nvSpPr>
            <p:spPr>
              <a:xfrm rot="1715139">
                <a:off x="9181477" y="3682391"/>
                <a:ext cx="83759" cy="33815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grpSp>
            <p:nvGrpSpPr>
              <p:cNvPr id="33" name="กลุ่ม 32"/>
              <p:cNvGrpSpPr/>
              <p:nvPr/>
            </p:nvGrpSpPr>
            <p:grpSpPr>
              <a:xfrm>
                <a:off x="8995075" y="2813370"/>
                <a:ext cx="1070965" cy="998622"/>
                <a:chOff x="7250876" y="2923674"/>
                <a:chExt cx="1070965" cy="998622"/>
              </a:xfrm>
            </p:grpSpPr>
            <p:sp>
              <p:nvSpPr>
                <p:cNvPr id="34" name="รูปแบบอิสระ 33"/>
                <p:cNvSpPr/>
                <p:nvPr/>
              </p:nvSpPr>
              <p:spPr>
                <a:xfrm>
                  <a:off x="7250876" y="2923674"/>
                  <a:ext cx="1070965" cy="998622"/>
                </a:xfrm>
                <a:custGeom>
                  <a:avLst/>
                  <a:gdLst>
                    <a:gd name="connsiteX0" fmla="*/ 155 w 963126"/>
                    <a:gd name="connsiteY0" fmla="*/ 412169 h 1198073"/>
                    <a:gd name="connsiteX1" fmla="*/ 156565 w 963126"/>
                    <a:gd name="connsiteY1" fmla="*/ 1134064 h 1198073"/>
                    <a:gd name="connsiteX2" fmla="*/ 830334 w 963126"/>
                    <a:gd name="connsiteY2" fmla="*/ 1073906 h 1198073"/>
                    <a:gd name="connsiteX3" fmla="*/ 926586 w 963126"/>
                    <a:gd name="connsiteY3" fmla="*/ 352011 h 1198073"/>
                    <a:gd name="connsiteX4" fmla="*/ 385165 w 963126"/>
                    <a:gd name="connsiteY4" fmla="*/ 255758 h 1198073"/>
                    <a:gd name="connsiteX5" fmla="*/ 132502 w 963126"/>
                    <a:gd name="connsiteY5" fmla="*/ 3095 h 1198073"/>
                    <a:gd name="connsiteX6" fmla="*/ 155 w 963126"/>
                    <a:gd name="connsiteY6" fmla="*/ 412169 h 11980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63126" h="1198073">
                      <a:moveTo>
                        <a:pt x="155" y="412169"/>
                      </a:moveTo>
                      <a:cubicBezTo>
                        <a:pt x="4165" y="600664"/>
                        <a:pt x="18202" y="1023774"/>
                        <a:pt x="156565" y="1134064"/>
                      </a:cubicBezTo>
                      <a:cubicBezTo>
                        <a:pt x="294928" y="1244354"/>
                        <a:pt x="701997" y="1204248"/>
                        <a:pt x="830334" y="1073906"/>
                      </a:cubicBezTo>
                      <a:cubicBezTo>
                        <a:pt x="958671" y="943564"/>
                        <a:pt x="1000781" y="488369"/>
                        <a:pt x="926586" y="352011"/>
                      </a:cubicBezTo>
                      <a:cubicBezTo>
                        <a:pt x="852391" y="215653"/>
                        <a:pt x="517512" y="313911"/>
                        <a:pt x="385165" y="255758"/>
                      </a:cubicBezTo>
                      <a:cubicBezTo>
                        <a:pt x="252818" y="197605"/>
                        <a:pt x="194665" y="-28989"/>
                        <a:pt x="132502" y="3095"/>
                      </a:cubicBezTo>
                      <a:cubicBezTo>
                        <a:pt x="70339" y="35179"/>
                        <a:pt x="-3855" y="223674"/>
                        <a:pt x="155" y="412169"/>
                      </a:cubicBezTo>
                      <a:close/>
                    </a:path>
                  </a:pathLst>
                </a:cu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35" name="วงรี 34"/>
                <p:cNvSpPr/>
                <p:nvPr/>
              </p:nvSpPr>
              <p:spPr>
                <a:xfrm>
                  <a:off x="7482060" y="3312681"/>
                  <a:ext cx="234116" cy="19364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36" name="วงรี 35"/>
                <p:cNvSpPr/>
                <p:nvPr/>
              </p:nvSpPr>
              <p:spPr>
                <a:xfrm>
                  <a:off x="7866896" y="3312681"/>
                  <a:ext cx="234116" cy="19364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</p:grpSp>
        <p:sp>
          <p:nvSpPr>
            <p:cNvPr id="115" name="วงรี 114"/>
            <p:cNvSpPr/>
            <p:nvPr/>
          </p:nvSpPr>
          <p:spPr>
            <a:xfrm>
              <a:off x="1215139" y="5419956"/>
              <a:ext cx="97276" cy="857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6" name="วงรี 115"/>
            <p:cNvSpPr/>
            <p:nvPr/>
          </p:nvSpPr>
          <p:spPr>
            <a:xfrm>
              <a:off x="1676876" y="5419954"/>
              <a:ext cx="97276" cy="857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25" name="กลุ่ม 124"/>
          <p:cNvGrpSpPr/>
          <p:nvPr/>
        </p:nvGrpSpPr>
        <p:grpSpPr>
          <a:xfrm>
            <a:off x="966401" y="3476836"/>
            <a:ext cx="1070965" cy="1183516"/>
            <a:chOff x="966401" y="3476836"/>
            <a:chExt cx="1070965" cy="1183516"/>
          </a:xfrm>
        </p:grpSpPr>
        <p:grpSp>
          <p:nvGrpSpPr>
            <p:cNvPr id="23" name="กลุ่ม 22"/>
            <p:cNvGrpSpPr/>
            <p:nvPr/>
          </p:nvGrpSpPr>
          <p:grpSpPr>
            <a:xfrm>
              <a:off x="966401" y="3476836"/>
              <a:ext cx="1070965" cy="1183516"/>
              <a:chOff x="8995075" y="2813370"/>
              <a:chExt cx="1070965" cy="1183516"/>
            </a:xfrm>
          </p:grpSpPr>
          <p:sp>
            <p:nvSpPr>
              <p:cNvPr id="24" name="สี่เหลี่ยมผืนผ้า 23"/>
              <p:cNvSpPr/>
              <p:nvPr/>
            </p:nvSpPr>
            <p:spPr>
              <a:xfrm rot="18831240">
                <a:off x="9748281" y="3658727"/>
                <a:ext cx="83759" cy="33815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25" name="สี่เหลี่ยมผืนผ้า 24"/>
              <p:cNvSpPr/>
              <p:nvPr/>
            </p:nvSpPr>
            <p:spPr>
              <a:xfrm rot="1715139">
                <a:off x="9216656" y="3658728"/>
                <a:ext cx="83759" cy="33815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grpSp>
            <p:nvGrpSpPr>
              <p:cNvPr id="26" name="กลุ่ม 25"/>
              <p:cNvGrpSpPr/>
              <p:nvPr/>
            </p:nvGrpSpPr>
            <p:grpSpPr>
              <a:xfrm>
                <a:off x="8995075" y="2813370"/>
                <a:ext cx="1070965" cy="998622"/>
                <a:chOff x="7250876" y="2923674"/>
                <a:chExt cx="1070965" cy="998622"/>
              </a:xfrm>
            </p:grpSpPr>
            <p:sp>
              <p:nvSpPr>
                <p:cNvPr id="27" name="รูปแบบอิสระ 26"/>
                <p:cNvSpPr/>
                <p:nvPr/>
              </p:nvSpPr>
              <p:spPr>
                <a:xfrm>
                  <a:off x="7250876" y="2923674"/>
                  <a:ext cx="1070965" cy="998622"/>
                </a:xfrm>
                <a:custGeom>
                  <a:avLst/>
                  <a:gdLst>
                    <a:gd name="connsiteX0" fmla="*/ 155 w 963126"/>
                    <a:gd name="connsiteY0" fmla="*/ 412169 h 1198073"/>
                    <a:gd name="connsiteX1" fmla="*/ 156565 w 963126"/>
                    <a:gd name="connsiteY1" fmla="*/ 1134064 h 1198073"/>
                    <a:gd name="connsiteX2" fmla="*/ 830334 w 963126"/>
                    <a:gd name="connsiteY2" fmla="*/ 1073906 h 1198073"/>
                    <a:gd name="connsiteX3" fmla="*/ 926586 w 963126"/>
                    <a:gd name="connsiteY3" fmla="*/ 352011 h 1198073"/>
                    <a:gd name="connsiteX4" fmla="*/ 385165 w 963126"/>
                    <a:gd name="connsiteY4" fmla="*/ 255758 h 1198073"/>
                    <a:gd name="connsiteX5" fmla="*/ 132502 w 963126"/>
                    <a:gd name="connsiteY5" fmla="*/ 3095 h 1198073"/>
                    <a:gd name="connsiteX6" fmla="*/ 155 w 963126"/>
                    <a:gd name="connsiteY6" fmla="*/ 412169 h 11980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63126" h="1198073">
                      <a:moveTo>
                        <a:pt x="155" y="412169"/>
                      </a:moveTo>
                      <a:cubicBezTo>
                        <a:pt x="4165" y="600664"/>
                        <a:pt x="18202" y="1023774"/>
                        <a:pt x="156565" y="1134064"/>
                      </a:cubicBezTo>
                      <a:cubicBezTo>
                        <a:pt x="294928" y="1244354"/>
                        <a:pt x="701997" y="1204248"/>
                        <a:pt x="830334" y="1073906"/>
                      </a:cubicBezTo>
                      <a:cubicBezTo>
                        <a:pt x="958671" y="943564"/>
                        <a:pt x="1000781" y="488369"/>
                        <a:pt x="926586" y="352011"/>
                      </a:cubicBezTo>
                      <a:cubicBezTo>
                        <a:pt x="852391" y="215653"/>
                        <a:pt x="517512" y="313911"/>
                        <a:pt x="385165" y="255758"/>
                      </a:cubicBezTo>
                      <a:cubicBezTo>
                        <a:pt x="252818" y="197605"/>
                        <a:pt x="194665" y="-28989"/>
                        <a:pt x="132502" y="3095"/>
                      </a:cubicBezTo>
                      <a:cubicBezTo>
                        <a:pt x="70339" y="35179"/>
                        <a:pt x="-3855" y="223674"/>
                        <a:pt x="155" y="412169"/>
                      </a:cubicBezTo>
                      <a:close/>
                    </a:path>
                  </a:pathLst>
                </a:cu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28" name="วงรี 27"/>
                <p:cNvSpPr/>
                <p:nvPr/>
              </p:nvSpPr>
              <p:spPr>
                <a:xfrm>
                  <a:off x="7482060" y="3312681"/>
                  <a:ext cx="234116" cy="19364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29" name="วงรี 28"/>
                <p:cNvSpPr/>
                <p:nvPr/>
              </p:nvSpPr>
              <p:spPr>
                <a:xfrm>
                  <a:off x="7866896" y="3312681"/>
                  <a:ext cx="234116" cy="19364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</p:grpSp>
        <p:sp>
          <p:nvSpPr>
            <p:cNvPr id="117" name="วงรี 116"/>
            <p:cNvSpPr/>
            <p:nvPr/>
          </p:nvSpPr>
          <p:spPr>
            <a:xfrm>
              <a:off x="1207096" y="3949663"/>
              <a:ext cx="97276" cy="857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8" name="วงรี 117"/>
            <p:cNvSpPr/>
            <p:nvPr/>
          </p:nvSpPr>
          <p:spPr>
            <a:xfrm>
              <a:off x="1683642" y="3940666"/>
              <a:ext cx="97276" cy="857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24" name="กลุ่ม 123"/>
          <p:cNvGrpSpPr/>
          <p:nvPr/>
        </p:nvGrpSpPr>
        <p:grpSpPr>
          <a:xfrm>
            <a:off x="853161" y="1963121"/>
            <a:ext cx="1157080" cy="1164043"/>
            <a:chOff x="853161" y="1963121"/>
            <a:chExt cx="1157080" cy="1164043"/>
          </a:xfrm>
        </p:grpSpPr>
        <p:grpSp>
          <p:nvGrpSpPr>
            <p:cNvPr id="16" name="กลุ่ม 15"/>
            <p:cNvGrpSpPr/>
            <p:nvPr/>
          </p:nvGrpSpPr>
          <p:grpSpPr>
            <a:xfrm>
              <a:off x="853161" y="1963121"/>
              <a:ext cx="1157080" cy="1164043"/>
              <a:chOff x="8995075" y="2813370"/>
              <a:chExt cx="1070965" cy="1183515"/>
            </a:xfrm>
          </p:grpSpPr>
          <p:sp>
            <p:nvSpPr>
              <p:cNvPr id="17" name="สี่เหลี่ยมผืนผ้า 16"/>
              <p:cNvSpPr/>
              <p:nvPr/>
            </p:nvSpPr>
            <p:spPr>
              <a:xfrm rot="20259806">
                <a:off x="9700336" y="3645743"/>
                <a:ext cx="83759" cy="33815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8" name="สี่เหลี่ยมผืนผ้า 17"/>
              <p:cNvSpPr/>
              <p:nvPr/>
            </p:nvSpPr>
            <p:spPr>
              <a:xfrm rot="151383">
                <a:off x="9292450" y="3658727"/>
                <a:ext cx="83759" cy="33815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grpSp>
            <p:nvGrpSpPr>
              <p:cNvPr id="19" name="กลุ่ม 18"/>
              <p:cNvGrpSpPr/>
              <p:nvPr/>
            </p:nvGrpSpPr>
            <p:grpSpPr>
              <a:xfrm>
                <a:off x="8995075" y="2813370"/>
                <a:ext cx="1070965" cy="998622"/>
                <a:chOff x="7250876" y="2923674"/>
                <a:chExt cx="1070965" cy="998622"/>
              </a:xfrm>
            </p:grpSpPr>
            <p:sp>
              <p:nvSpPr>
                <p:cNvPr id="20" name="รูปแบบอิสระ 19"/>
                <p:cNvSpPr/>
                <p:nvPr/>
              </p:nvSpPr>
              <p:spPr>
                <a:xfrm>
                  <a:off x="7250876" y="2923674"/>
                  <a:ext cx="1070965" cy="998622"/>
                </a:xfrm>
                <a:custGeom>
                  <a:avLst/>
                  <a:gdLst>
                    <a:gd name="connsiteX0" fmla="*/ 155 w 963126"/>
                    <a:gd name="connsiteY0" fmla="*/ 412169 h 1198073"/>
                    <a:gd name="connsiteX1" fmla="*/ 156565 w 963126"/>
                    <a:gd name="connsiteY1" fmla="*/ 1134064 h 1198073"/>
                    <a:gd name="connsiteX2" fmla="*/ 830334 w 963126"/>
                    <a:gd name="connsiteY2" fmla="*/ 1073906 h 1198073"/>
                    <a:gd name="connsiteX3" fmla="*/ 926586 w 963126"/>
                    <a:gd name="connsiteY3" fmla="*/ 352011 h 1198073"/>
                    <a:gd name="connsiteX4" fmla="*/ 385165 w 963126"/>
                    <a:gd name="connsiteY4" fmla="*/ 255758 h 1198073"/>
                    <a:gd name="connsiteX5" fmla="*/ 132502 w 963126"/>
                    <a:gd name="connsiteY5" fmla="*/ 3095 h 1198073"/>
                    <a:gd name="connsiteX6" fmla="*/ 155 w 963126"/>
                    <a:gd name="connsiteY6" fmla="*/ 412169 h 11980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63126" h="1198073">
                      <a:moveTo>
                        <a:pt x="155" y="412169"/>
                      </a:moveTo>
                      <a:cubicBezTo>
                        <a:pt x="4165" y="600664"/>
                        <a:pt x="18202" y="1023774"/>
                        <a:pt x="156565" y="1134064"/>
                      </a:cubicBezTo>
                      <a:cubicBezTo>
                        <a:pt x="294928" y="1244354"/>
                        <a:pt x="701997" y="1204248"/>
                        <a:pt x="830334" y="1073906"/>
                      </a:cubicBezTo>
                      <a:cubicBezTo>
                        <a:pt x="958671" y="943564"/>
                        <a:pt x="1000781" y="488369"/>
                        <a:pt x="926586" y="352011"/>
                      </a:cubicBezTo>
                      <a:cubicBezTo>
                        <a:pt x="852391" y="215653"/>
                        <a:pt x="517512" y="313911"/>
                        <a:pt x="385165" y="255758"/>
                      </a:cubicBezTo>
                      <a:cubicBezTo>
                        <a:pt x="252818" y="197605"/>
                        <a:pt x="194665" y="-28989"/>
                        <a:pt x="132502" y="3095"/>
                      </a:cubicBezTo>
                      <a:cubicBezTo>
                        <a:pt x="70339" y="35179"/>
                        <a:pt x="-3855" y="223674"/>
                        <a:pt x="155" y="412169"/>
                      </a:cubicBezTo>
                      <a:close/>
                    </a:path>
                  </a:pathLst>
                </a:cu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21" name="วงรี 20"/>
                <p:cNvSpPr/>
                <p:nvPr/>
              </p:nvSpPr>
              <p:spPr>
                <a:xfrm>
                  <a:off x="7482060" y="3312681"/>
                  <a:ext cx="234116" cy="19364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22" name="วงรี 21"/>
                <p:cNvSpPr/>
                <p:nvPr/>
              </p:nvSpPr>
              <p:spPr>
                <a:xfrm>
                  <a:off x="7866896" y="3312681"/>
                  <a:ext cx="234116" cy="19364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</p:grpSp>
        <p:sp>
          <p:nvSpPr>
            <p:cNvPr id="119" name="วงรี 118"/>
            <p:cNvSpPr/>
            <p:nvPr/>
          </p:nvSpPr>
          <p:spPr>
            <a:xfrm>
              <a:off x="1225208" y="2438868"/>
              <a:ext cx="97276" cy="857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20" name="วงรี 119"/>
            <p:cNvSpPr/>
            <p:nvPr/>
          </p:nvSpPr>
          <p:spPr>
            <a:xfrm>
              <a:off x="1635004" y="2431762"/>
              <a:ext cx="97276" cy="857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23" name="กลุ่ม 122"/>
          <p:cNvGrpSpPr/>
          <p:nvPr/>
        </p:nvGrpSpPr>
        <p:grpSpPr>
          <a:xfrm>
            <a:off x="966402" y="403742"/>
            <a:ext cx="1070965" cy="1183515"/>
            <a:chOff x="966402" y="403742"/>
            <a:chExt cx="1070965" cy="1183515"/>
          </a:xfrm>
        </p:grpSpPr>
        <p:grpSp>
          <p:nvGrpSpPr>
            <p:cNvPr id="9" name="กลุ่ม 8"/>
            <p:cNvGrpSpPr/>
            <p:nvPr/>
          </p:nvGrpSpPr>
          <p:grpSpPr>
            <a:xfrm>
              <a:off x="966402" y="403742"/>
              <a:ext cx="1070965" cy="1183515"/>
              <a:chOff x="8995075" y="2813370"/>
              <a:chExt cx="1070965" cy="1183515"/>
            </a:xfrm>
          </p:grpSpPr>
          <p:sp>
            <p:nvSpPr>
              <p:cNvPr id="10" name="สี่เหลี่ยมผืนผ้า 9"/>
              <p:cNvSpPr/>
              <p:nvPr/>
            </p:nvSpPr>
            <p:spPr>
              <a:xfrm>
                <a:off x="9611095" y="3658727"/>
                <a:ext cx="83759" cy="33815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1" name="สี่เหลี่ยมผืนผ้า 10"/>
              <p:cNvSpPr/>
              <p:nvPr/>
            </p:nvSpPr>
            <p:spPr>
              <a:xfrm>
                <a:off x="9292450" y="3658727"/>
                <a:ext cx="83759" cy="33815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grpSp>
            <p:nvGrpSpPr>
              <p:cNvPr id="12" name="กลุ่ม 11"/>
              <p:cNvGrpSpPr/>
              <p:nvPr/>
            </p:nvGrpSpPr>
            <p:grpSpPr>
              <a:xfrm>
                <a:off x="8995075" y="2813370"/>
                <a:ext cx="1070965" cy="998622"/>
                <a:chOff x="7250876" y="2923674"/>
                <a:chExt cx="1070965" cy="998622"/>
              </a:xfrm>
            </p:grpSpPr>
            <p:sp>
              <p:nvSpPr>
                <p:cNvPr id="13" name="รูปแบบอิสระ 12"/>
                <p:cNvSpPr/>
                <p:nvPr/>
              </p:nvSpPr>
              <p:spPr>
                <a:xfrm>
                  <a:off x="7250876" y="2923674"/>
                  <a:ext cx="1070965" cy="998622"/>
                </a:xfrm>
                <a:custGeom>
                  <a:avLst/>
                  <a:gdLst>
                    <a:gd name="connsiteX0" fmla="*/ 155 w 963126"/>
                    <a:gd name="connsiteY0" fmla="*/ 412169 h 1198073"/>
                    <a:gd name="connsiteX1" fmla="*/ 156565 w 963126"/>
                    <a:gd name="connsiteY1" fmla="*/ 1134064 h 1198073"/>
                    <a:gd name="connsiteX2" fmla="*/ 830334 w 963126"/>
                    <a:gd name="connsiteY2" fmla="*/ 1073906 h 1198073"/>
                    <a:gd name="connsiteX3" fmla="*/ 926586 w 963126"/>
                    <a:gd name="connsiteY3" fmla="*/ 352011 h 1198073"/>
                    <a:gd name="connsiteX4" fmla="*/ 385165 w 963126"/>
                    <a:gd name="connsiteY4" fmla="*/ 255758 h 1198073"/>
                    <a:gd name="connsiteX5" fmla="*/ 132502 w 963126"/>
                    <a:gd name="connsiteY5" fmla="*/ 3095 h 1198073"/>
                    <a:gd name="connsiteX6" fmla="*/ 155 w 963126"/>
                    <a:gd name="connsiteY6" fmla="*/ 412169 h 11980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63126" h="1198073">
                      <a:moveTo>
                        <a:pt x="155" y="412169"/>
                      </a:moveTo>
                      <a:cubicBezTo>
                        <a:pt x="4165" y="600664"/>
                        <a:pt x="18202" y="1023774"/>
                        <a:pt x="156565" y="1134064"/>
                      </a:cubicBezTo>
                      <a:cubicBezTo>
                        <a:pt x="294928" y="1244354"/>
                        <a:pt x="701997" y="1204248"/>
                        <a:pt x="830334" y="1073906"/>
                      </a:cubicBezTo>
                      <a:cubicBezTo>
                        <a:pt x="958671" y="943564"/>
                        <a:pt x="1000781" y="488369"/>
                        <a:pt x="926586" y="352011"/>
                      </a:cubicBezTo>
                      <a:cubicBezTo>
                        <a:pt x="852391" y="215653"/>
                        <a:pt x="517512" y="313911"/>
                        <a:pt x="385165" y="255758"/>
                      </a:cubicBezTo>
                      <a:cubicBezTo>
                        <a:pt x="252818" y="197605"/>
                        <a:pt x="194665" y="-28989"/>
                        <a:pt x="132502" y="3095"/>
                      </a:cubicBezTo>
                      <a:cubicBezTo>
                        <a:pt x="70339" y="35179"/>
                        <a:pt x="-3855" y="223674"/>
                        <a:pt x="155" y="412169"/>
                      </a:cubicBezTo>
                      <a:close/>
                    </a:path>
                  </a:pathLst>
                </a:cu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4" name="วงรี 13"/>
                <p:cNvSpPr/>
                <p:nvPr/>
              </p:nvSpPr>
              <p:spPr>
                <a:xfrm>
                  <a:off x="7482060" y="3312681"/>
                  <a:ext cx="234116" cy="19364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5" name="วงรี 14"/>
                <p:cNvSpPr/>
                <p:nvPr/>
              </p:nvSpPr>
              <p:spPr>
                <a:xfrm>
                  <a:off x="7866896" y="3312681"/>
                  <a:ext cx="234116" cy="19364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</p:grpSp>
        <p:sp>
          <p:nvSpPr>
            <p:cNvPr id="121" name="วงรี 120"/>
            <p:cNvSpPr/>
            <p:nvPr/>
          </p:nvSpPr>
          <p:spPr>
            <a:xfrm>
              <a:off x="1242002" y="889572"/>
              <a:ext cx="97276" cy="857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22" name="วงรี 121"/>
            <p:cNvSpPr/>
            <p:nvPr/>
          </p:nvSpPr>
          <p:spPr>
            <a:xfrm>
              <a:off x="1683642" y="889572"/>
              <a:ext cx="97276" cy="857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406240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กลุ่ม 36"/>
          <p:cNvGrpSpPr/>
          <p:nvPr/>
        </p:nvGrpSpPr>
        <p:grpSpPr>
          <a:xfrm>
            <a:off x="1038365" y="198875"/>
            <a:ext cx="10354491" cy="6537711"/>
            <a:chOff x="1129805" y="98974"/>
            <a:chExt cx="10354491" cy="6537711"/>
          </a:xfrm>
        </p:grpSpPr>
        <p:grpSp>
          <p:nvGrpSpPr>
            <p:cNvPr id="3" name="กลุ่ม 2"/>
            <p:cNvGrpSpPr/>
            <p:nvPr/>
          </p:nvGrpSpPr>
          <p:grpSpPr>
            <a:xfrm>
              <a:off x="1129805" y="98974"/>
              <a:ext cx="10354491" cy="6537711"/>
              <a:chOff x="1140822" y="196918"/>
              <a:chExt cx="10354491" cy="6537711"/>
            </a:xfrm>
          </p:grpSpPr>
          <p:grpSp>
            <p:nvGrpSpPr>
              <p:cNvPr id="4" name="กลุ่ม 3"/>
              <p:cNvGrpSpPr/>
              <p:nvPr/>
            </p:nvGrpSpPr>
            <p:grpSpPr>
              <a:xfrm>
                <a:off x="1140822" y="196918"/>
                <a:ext cx="10354491" cy="6537711"/>
                <a:chOff x="2011680" y="617833"/>
                <a:chExt cx="8686800" cy="5966461"/>
              </a:xfrm>
            </p:grpSpPr>
            <p:grpSp>
              <p:nvGrpSpPr>
                <p:cNvPr id="7" name="กลุ่ม 6"/>
                <p:cNvGrpSpPr/>
                <p:nvPr/>
              </p:nvGrpSpPr>
              <p:grpSpPr>
                <a:xfrm rot="10800000">
                  <a:off x="4705350" y="617833"/>
                  <a:ext cx="3299460" cy="1360170"/>
                  <a:chOff x="6244590" y="1165860"/>
                  <a:chExt cx="3768090" cy="2343150"/>
                </a:xfrm>
              </p:grpSpPr>
              <p:sp>
                <p:nvSpPr>
                  <p:cNvPr id="9" name="สี่เหลี่ยมผืนผ้ามุมมน 8"/>
                  <p:cNvSpPr/>
                  <p:nvPr/>
                </p:nvSpPr>
                <p:spPr>
                  <a:xfrm rot="10800000">
                    <a:off x="6244590" y="1954529"/>
                    <a:ext cx="3768090" cy="1554481"/>
                  </a:xfrm>
                  <a:prstGeom prst="round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h-TH" sz="40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rPr>
                      <a:t>วิธีเล่น </a:t>
                    </a:r>
                    <a:endParaRPr lang="th-TH" sz="4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Mali" panose="00000500000000000000" pitchFamily="2" charset="-34"/>
                      <a:cs typeface="Mali" panose="00000500000000000000" pitchFamily="2" charset="-34"/>
                    </a:endParaRPr>
                  </a:p>
                </p:txBody>
              </p:sp>
              <p:sp>
                <p:nvSpPr>
                  <p:cNvPr id="10" name="สี่เหลี่ยมผืนผ้า 9"/>
                  <p:cNvSpPr/>
                  <p:nvPr/>
                </p:nvSpPr>
                <p:spPr>
                  <a:xfrm>
                    <a:off x="6903720" y="1165860"/>
                    <a:ext cx="182880" cy="788670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h-TH"/>
                  </a:p>
                </p:txBody>
              </p:sp>
              <p:sp>
                <p:nvSpPr>
                  <p:cNvPr id="11" name="สี่เหลี่ยมผืนผ้า 10"/>
                  <p:cNvSpPr/>
                  <p:nvPr/>
                </p:nvSpPr>
                <p:spPr>
                  <a:xfrm>
                    <a:off x="9227820" y="1165860"/>
                    <a:ext cx="182880" cy="788670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h-TH"/>
                  </a:p>
                </p:txBody>
              </p:sp>
            </p:grpSp>
            <p:sp>
              <p:nvSpPr>
                <p:cNvPr id="8" name="สี่เหลี่ยมผืนผ้ามุมมน 7"/>
                <p:cNvSpPr/>
                <p:nvPr/>
              </p:nvSpPr>
              <p:spPr>
                <a:xfrm>
                  <a:off x="2011680" y="1978003"/>
                  <a:ext cx="8686800" cy="4606291"/>
                </a:xfrm>
                <a:prstGeom prst="round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</p:grpSp>
          <p:sp>
            <p:nvSpPr>
              <p:cNvPr id="5" name="สี่เหลี่ยมผืนผ้า 4"/>
              <p:cNvSpPr/>
              <p:nvPr/>
            </p:nvSpPr>
            <p:spPr>
              <a:xfrm>
                <a:off x="1654262" y="2224443"/>
                <a:ext cx="187423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th-TH" b="1" dirty="0" smtClean="0">
                    <a:latin typeface="Mali" panose="00000500000000000000" pitchFamily="2" charset="-34"/>
                    <a:cs typeface="Mali" panose="00000500000000000000" pitchFamily="2" charset="-34"/>
                  </a:rPr>
                  <a:t>การบังคับ</a:t>
                </a:r>
                <a:endParaRPr lang="th-TH" b="1" dirty="0">
                  <a:latin typeface="Mali" panose="00000500000000000000" pitchFamily="2" charset="-34"/>
                  <a:cs typeface="Mali" panose="00000500000000000000" pitchFamily="2" charset="-34"/>
                </a:endParaRPr>
              </a:p>
            </p:txBody>
          </p:sp>
          <p:sp>
            <p:nvSpPr>
              <p:cNvPr id="6" name="สี่เหลี่ยมผืนผ้า 5"/>
              <p:cNvSpPr/>
              <p:nvPr/>
            </p:nvSpPr>
            <p:spPr>
              <a:xfrm>
                <a:off x="2394491" y="3284790"/>
                <a:ext cx="820238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th-TH" dirty="0">
                  <a:latin typeface="Mali" panose="00000500000000000000" pitchFamily="2" charset="-34"/>
                  <a:cs typeface="Mali" panose="00000500000000000000" pitchFamily="2" charset="-34"/>
                </a:endParaRPr>
              </a:p>
            </p:txBody>
          </p:sp>
        </p:grpSp>
        <p:grpSp>
          <p:nvGrpSpPr>
            <p:cNvPr id="22" name="กลุ่ม 21"/>
            <p:cNvGrpSpPr/>
            <p:nvPr/>
          </p:nvGrpSpPr>
          <p:grpSpPr>
            <a:xfrm>
              <a:off x="4931890" y="3284790"/>
              <a:ext cx="2772353" cy="2989122"/>
              <a:chOff x="4373313" y="403742"/>
              <a:chExt cx="1070965" cy="1183515"/>
            </a:xfrm>
          </p:grpSpPr>
          <p:grpSp>
            <p:nvGrpSpPr>
              <p:cNvPr id="23" name="กลุ่ม 22"/>
              <p:cNvGrpSpPr/>
              <p:nvPr/>
            </p:nvGrpSpPr>
            <p:grpSpPr>
              <a:xfrm>
                <a:off x="4686530" y="1233285"/>
                <a:ext cx="396976" cy="353972"/>
                <a:chOff x="11305044" y="1001056"/>
                <a:chExt cx="396976" cy="353972"/>
              </a:xfrm>
              <a:solidFill>
                <a:srgbClr val="33CCFF"/>
              </a:solidFill>
            </p:grpSpPr>
            <p:sp>
              <p:nvSpPr>
                <p:cNvPr id="30" name="สี่เหลี่ยมผืนผ้า 29"/>
                <p:cNvSpPr/>
                <p:nvPr/>
              </p:nvSpPr>
              <p:spPr>
                <a:xfrm>
                  <a:off x="11305044" y="1016870"/>
                  <a:ext cx="83759" cy="33815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31" name="สี่เหลี่ยมผืนผ้า 30"/>
                <p:cNvSpPr/>
                <p:nvPr/>
              </p:nvSpPr>
              <p:spPr>
                <a:xfrm>
                  <a:off x="11618261" y="1001056"/>
                  <a:ext cx="83759" cy="33815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grpSp>
            <p:nvGrpSpPr>
              <p:cNvPr id="24" name="กลุ่ม 23"/>
              <p:cNvGrpSpPr/>
              <p:nvPr/>
            </p:nvGrpSpPr>
            <p:grpSpPr>
              <a:xfrm>
                <a:off x="4373313" y="403742"/>
                <a:ext cx="1070965" cy="998622"/>
                <a:chOff x="5582497" y="2923674"/>
                <a:chExt cx="1070965" cy="998622"/>
              </a:xfrm>
            </p:grpSpPr>
            <p:sp>
              <p:nvSpPr>
                <p:cNvPr id="27" name="รูปแบบอิสระ 26"/>
                <p:cNvSpPr/>
                <p:nvPr/>
              </p:nvSpPr>
              <p:spPr>
                <a:xfrm>
                  <a:off x="5582497" y="2923674"/>
                  <a:ext cx="1070965" cy="998622"/>
                </a:xfrm>
                <a:custGeom>
                  <a:avLst/>
                  <a:gdLst>
                    <a:gd name="connsiteX0" fmla="*/ 155 w 963126"/>
                    <a:gd name="connsiteY0" fmla="*/ 412169 h 1198073"/>
                    <a:gd name="connsiteX1" fmla="*/ 156565 w 963126"/>
                    <a:gd name="connsiteY1" fmla="*/ 1134064 h 1198073"/>
                    <a:gd name="connsiteX2" fmla="*/ 830334 w 963126"/>
                    <a:gd name="connsiteY2" fmla="*/ 1073906 h 1198073"/>
                    <a:gd name="connsiteX3" fmla="*/ 926586 w 963126"/>
                    <a:gd name="connsiteY3" fmla="*/ 352011 h 1198073"/>
                    <a:gd name="connsiteX4" fmla="*/ 385165 w 963126"/>
                    <a:gd name="connsiteY4" fmla="*/ 255758 h 1198073"/>
                    <a:gd name="connsiteX5" fmla="*/ 132502 w 963126"/>
                    <a:gd name="connsiteY5" fmla="*/ 3095 h 1198073"/>
                    <a:gd name="connsiteX6" fmla="*/ 155 w 963126"/>
                    <a:gd name="connsiteY6" fmla="*/ 412169 h 11980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63126" h="1198073">
                      <a:moveTo>
                        <a:pt x="155" y="412169"/>
                      </a:moveTo>
                      <a:cubicBezTo>
                        <a:pt x="4165" y="600664"/>
                        <a:pt x="18202" y="1023774"/>
                        <a:pt x="156565" y="1134064"/>
                      </a:cubicBezTo>
                      <a:cubicBezTo>
                        <a:pt x="294928" y="1244354"/>
                        <a:pt x="701997" y="1204248"/>
                        <a:pt x="830334" y="1073906"/>
                      </a:cubicBezTo>
                      <a:cubicBezTo>
                        <a:pt x="958671" y="943564"/>
                        <a:pt x="1000781" y="488369"/>
                        <a:pt x="926586" y="352011"/>
                      </a:cubicBezTo>
                      <a:cubicBezTo>
                        <a:pt x="852391" y="215653"/>
                        <a:pt x="517512" y="313911"/>
                        <a:pt x="385165" y="255758"/>
                      </a:cubicBezTo>
                      <a:cubicBezTo>
                        <a:pt x="252818" y="197605"/>
                        <a:pt x="194665" y="-28989"/>
                        <a:pt x="132502" y="3095"/>
                      </a:cubicBezTo>
                      <a:cubicBezTo>
                        <a:pt x="70339" y="35179"/>
                        <a:pt x="-3855" y="223674"/>
                        <a:pt x="155" y="412169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28" name="วงรี 27"/>
                <p:cNvSpPr/>
                <p:nvPr/>
              </p:nvSpPr>
              <p:spPr>
                <a:xfrm>
                  <a:off x="5778656" y="3312681"/>
                  <a:ext cx="234116" cy="19364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29" name="วงรี 28"/>
                <p:cNvSpPr/>
                <p:nvPr/>
              </p:nvSpPr>
              <p:spPr>
                <a:xfrm>
                  <a:off x="6216059" y="3312681"/>
                  <a:ext cx="234116" cy="19364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sp>
            <p:nvSpPr>
              <p:cNvPr id="25" name="วงรี 24"/>
              <p:cNvSpPr/>
              <p:nvPr/>
            </p:nvSpPr>
            <p:spPr>
              <a:xfrm>
                <a:off x="4628561" y="885607"/>
                <a:ext cx="97276" cy="857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26" name="วงรี 25"/>
              <p:cNvSpPr/>
              <p:nvPr/>
            </p:nvSpPr>
            <p:spPr>
              <a:xfrm>
                <a:off x="5108774" y="885570"/>
                <a:ext cx="97276" cy="857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32" name="ลูกศรขวา 31"/>
            <p:cNvSpPr/>
            <p:nvPr/>
          </p:nvSpPr>
          <p:spPr>
            <a:xfrm>
              <a:off x="8085936" y="4197428"/>
              <a:ext cx="2510943" cy="884054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500" dirty="0" smtClean="0">
                  <a:latin typeface="Mali" panose="00000500000000000000" pitchFamily="2" charset="-34"/>
                  <a:cs typeface="Mali" panose="00000500000000000000" pitchFamily="2" charset="-34"/>
                </a:rPr>
                <a:t>ไปข้างหน้า</a:t>
              </a:r>
              <a:endParaRPr lang="th-TH" sz="2500" dirty="0">
                <a:latin typeface="Mali" panose="00000500000000000000" pitchFamily="2" charset="-34"/>
                <a:cs typeface="Mali" panose="00000500000000000000" pitchFamily="2" charset="-34"/>
              </a:endParaRPr>
            </a:p>
          </p:txBody>
        </p:sp>
        <p:sp>
          <p:nvSpPr>
            <p:cNvPr id="33" name="ลูกศรขวา 32"/>
            <p:cNvSpPr/>
            <p:nvPr/>
          </p:nvSpPr>
          <p:spPr>
            <a:xfrm rot="10800000">
              <a:off x="1967517" y="4197428"/>
              <a:ext cx="2277840" cy="884054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4" name="ลูกศรขวา 33"/>
            <p:cNvSpPr/>
            <p:nvPr/>
          </p:nvSpPr>
          <p:spPr>
            <a:xfrm rot="16200000">
              <a:off x="5732766" y="2411405"/>
              <a:ext cx="1321897" cy="884054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5" name="สี่เหลี่ยมผืนผ้า 34"/>
            <p:cNvSpPr/>
            <p:nvPr/>
          </p:nvSpPr>
          <p:spPr>
            <a:xfrm>
              <a:off x="2491352" y="4445767"/>
              <a:ext cx="1754005" cy="8617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th-TH" sz="2500" dirty="0" smtClean="0">
                  <a:solidFill>
                    <a:schemeClr val="bg1"/>
                  </a:solidFill>
                  <a:latin typeface="Mali" panose="00000500000000000000" pitchFamily="2" charset="-34"/>
                  <a:cs typeface="Mali" panose="00000500000000000000" pitchFamily="2" charset="-34"/>
                </a:rPr>
                <a:t>ไปข้างหลัง</a:t>
              </a:r>
            </a:p>
            <a:p>
              <a:pPr algn="ctr"/>
              <a:endParaRPr lang="th-TH" sz="2500" dirty="0" smtClean="0">
                <a:solidFill>
                  <a:schemeClr val="bg1"/>
                </a:solidFill>
                <a:latin typeface="Mali" panose="00000500000000000000" pitchFamily="2" charset="-34"/>
                <a:cs typeface="Mali" panose="00000500000000000000" pitchFamily="2" charset="-34"/>
              </a:endParaRPr>
            </a:p>
          </p:txBody>
        </p:sp>
        <p:sp>
          <p:nvSpPr>
            <p:cNvPr id="36" name="สี่เหลี่ยมผืนผ้า 35"/>
            <p:cNvSpPr/>
            <p:nvPr/>
          </p:nvSpPr>
          <p:spPr>
            <a:xfrm>
              <a:off x="6964064" y="2896931"/>
              <a:ext cx="1386918" cy="4770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th-TH" sz="2500" dirty="0" smtClean="0">
                  <a:latin typeface="Mali" panose="00000500000000000000" pitchFamily="2" charset="-34"/>
                  <a:cs typeface="Mali" panose="00000500000000000000" pitchFamily="2" charset="-34"/>
                </a:rPr>
                <a:t>กระโดด</a:t>
              </a:r>
              <a:endParaRPr lang="th-TH" sz="2500" dirty="0">
                <a:latin typeface="Mali" panose="00000500000000000000" pitchFamily="2" charset="-34"/>
                <a:cs typeface="Mali" panose="00000500000000000000" pitchFamily="2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155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กลุ่ม 18"/>
          <p:cNvGrpSpPr/>
          <p:nvPr/>
        </p:nvGrpSpPr>
        <p:grpSpPr>
          <a:xfrm>
            <a:off x="1140822" y="196918"/>
            <a:ext cx="10354491" cy="6537710"/>
            <a:chOff x="1140822" y="196918"/>
            <a:chExt cx="10354491" cy="6537710"/>
          </a:xfrm>
        </p:grpSpPr>
        <p:grpSp>
          <p:nvGrpSpPr>
            <p:cNvPr id="15" name="กลุ่ม 14"/>
            <p:cNvGrpSpPr/>
            <p:nvPr/>
          </p:nvGrpSpPr>
          <p:grpSpPr>
            <a:xfrm>
              <a:off x="1140822" y="196918"/>
              <a:ext cx="10354491" cy="6537710"/>
              <a:chOff x="2011680" y="617833"/>
              <a:chExt cx="8686800" cy="5966460"/>
            </a:xfrm>
          </p:grpSpPr>
          <p:grpSp>
            <p:nvGrpSpPr>
              <p:cNvPr id="3" name="กลุ่ม 2"/>
              <p:cNvGrpSpPr/>
              <p:nvPr/>
            </p:nvGrpSpPr>
            <p:grpSpPr>
              <a:xfrm rot="10800000">
                <a:off x="4705350" y="617833"/>
                <a:ext cx="3299460" cy="1360170"/>
                <a:chOff x="6244590" y="1165860"/>
                <a:chExt cx="3768090" cy="2343150"/>
              </a:xfrm>
            </p:grpSpPr>
            <p:sp>
              <p:nvSpPr>
                <p:cNvPr id="4" name="สี่เหลี่ยมผืนผ้ามุมมน 3"/>
                <p:cNvSpPr/>
                <p:nvPr/>
              </p:nvSpPr>
              <p:spPr>
                <a:xfrm rot="10800000">
                  <a:off x="6244590" y="1954529"/>
                  <a:ext cx="3768090" cy="1554481"/>
                </a:xfrm>
                <a:prstGeom prst="round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h-TH" sz="4000" dirty="0" smtClean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Mali" panose="00000500000000000000" pitchFamily="2" charset="-34"/>
                      <a:cs typeface="Mali" panose="00000500000000000000" pitchFamily="2" charset="-34"/>
                    </a:rPr>
                    <a:t>วิธีเล่น </a:t>
                  </a:r>
                  <a:endParaRPr lang="th-TH" sz="4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Mali" panose="00000500000000000000" pitchFamily="2" charset="-34"/>
                    <a:cs typeface="Mali" panose="00000500000000000000" pitchFamily="2" charset="-34"/>
                  </a:endParaRPr>
                </a:p>
              </p:txBody>
            </p:sp>
            <p:sp>
              <p:nvSpPr>
                <p:cNvPr id="5" name="สี่เหลี่ยมผืนผ้า 4"/>
                <p:cNvSpPr/>
                <p:nvPr/>
              </p:nvSpPr>
              <p:spPr>
                <a:xfrm>
                  <a:off x="6903720" y="1165860"/>
                  <a:ext cx="182880" cy="78867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6" name="สี่เหลี่ยมผืนผ้า 5"/>
                <p:cNvSpPr/>
                <p:nvPr/>
              </p:nvSpPr>
              <p:spPr>
                <a:xfrm>
                  <a:off x="9227820" y="1165860"/>
                  <a:ext cx="182880" cy="78867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sp>
            <p:nvSpPr>
              <p:cNvPr id="12" name="สี่เหลี่ยมผืนผ้ามุมมน 11"/>
              <p:cNvSpPr/>
              <p:nvPr/>
            </p:nvSpPr>
            <p:spPr>
              <a:xfrm>
                <a:off x="2011680" y="1978003"/>
                <a:ext cx="8686800" cy="460629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</p:grpSp>
        <p:sp>
          <p:nvSpPr>
            <p:cNvPr id="16" name="สี่เหลี่ยมผืนผ้า 15"/>
            <p:cNvSpPr/>
            <p:nvPr/>
          </p:nvSpPr>
          <p:spPr>
            <a:xfrm>
              <a:off x="1654262" y="2224443"/>
              <a:ext cx="220925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th-TH" b="1" dirty="0">
                  <a:latin typeface="Mali" panose="00000500000000000000" pitchFamily="2" charset="-34"/>
                  <a:cs typeface="Mali" panose="00000500000000000000" pitchFamily="2" charset="-34"/>
                </a:rPr>
                <a:t>1.กดเริ่มเกม</a:t>
              </a:r>
              <a:endParaRPr lang="th-TH" b="1" dirty="0">
                <a:latin typeface="Mali" panose="00000500000000000000" pitchFamily="2" charset="-34"/>
                <a:cs typeface="Mali" panose="00000500000000000000" pitchFamily="2" charset="-34"/>
              </a:endParaRPr>
            </a:p>
          </p:txBody>
        </p:sp>
        <p:sp>
          <p:nvSpPr>
            <p:cNvPr id="17" name="สี่เหลี่ยมผืนผ้า 16"/>
            <p:cNvSpPr/>
            <p:nvPr/>
          </p:nvSpPr>
          <p:spPr>
            <a:xfrm>
              <a:off x="2394491" y="3284790"/>
              <a:ext cx="8202389" cy="22467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th-TH" dirty="0">
                  <a:latin typeface="Mali" panose="00000500000000000000" pitchFamily="2" charset="-34"/>
                  <a:cs typeface="Mali" panose="00000500000000000000" pitchFamily="2" charset="-34"/>
                </a:rPr>
                <a:t>1.1ตั้งชื่อผู้เล่นทั้งสอง </a:t>
              </a:r>
              <a:br>
                <a:rPr lang="th-TH" dirty="0">
                  <a:latin typeface="Mali" panose="00000500000000000000" pitchFamily="2" charset="-34"/>
                  <a:cs typeface="Mali" panose="00000500000000000000" pitchFamily="2" charset="-34"/>
                </a:rPr>
              </a:br>
              <a:r>
                <a:rPr lang="th-TH" dirty="0">
                  <a:latin typeface="Mali" panose="00000500000000000000" pitchFamily="2" charset="-34"/>
                  <a:cs typeface="Mali" panose="00000500000000000000" pitchFamily="2" charset="-34"/>
                </a:rPr>
                <a:t>1.2ผู้เล่นคนที่หนึ่ง สีแดง ใช้ปุ่ม </a:t>
              </a:r>
              <a:r>
                <a:rPr lang="en-US" dirty="0">
                  <a:latin typeface="Mali" panose="00000500000000000000" pitchFamily="2" charset="-34"/>
                  <a:cs typeface="Mali" panose="00000500000000000000" pitchFamily="2" charset="-34"/>
                </a:rPr>
                <a:t>ARROW </a:t>
              </a:r>
              <a:r>
                <a:rPr lang="th-TH" dirty="0">
                  <a:latin typeface="Mali" panose="00000500000000000000" pitchFamily="2" charset="-34"/>
                  <a:cs typeface="Mali" panose="00000500000000000000" pitchFamily="2" charset="-34"/>
                </a:rPr>
                <a:t>ในการเล่น</a:t>
              </a:r>
            </a:p>
            <a:p>
              <a:r>
                <a:rPr lang="th-TH" dirty="0">
                  <a:latin typeface="Mali" panose="00000500000000000000" pitchFamily="2" charset="-34"/>
                  <a:cs typeface="Mali" panose="00000500000000000000" pitchFamily="2" charset="-34"/>
                </a:rPr>
                <a:t>1.3ผู้เล่นคนที่สอง สีม่วง ใช้ปุ่ม </a:t>
              </a:r>
              <a:r>
                <a:rPr lang="en-US" dirty="0">
                  <a:latin typeface="Mali" panose="00000500000000000000" pitchFamily="2" charset="-34"/>
                  <a:cs typeface="Mali" panose="00000500000000000000" pitchFamily="2" charset="-34"/>
                </a:rPr>
                <a:t>W A space </a:t>
              </a:r>
              <a:r>
                <a:rPr lang="th-TH" dirty="0">
                  <a:latin typeface="Mali" panose="00000500000000000000" pitchFamily="2" charset="-34"/>
                  <a:cs typeface="Mali" panose="00000500000000000000" pitchFamily="2" charset="-34"/>
                </a:rPr>
                <a:t>ในการเล่น</a:t>
              </a:r>
              <a:endParaRPr lang="th-TH" dirty="0">
                <a:latin typeface="Mali" panose="00000500000000000000" pitchFamily="2" charset="-34"/>
                <a:cs typeface="Mali" panose="00000500000000000000" pitchFamily="2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574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กลุ่ม 11"/>
          <p:cNvGrpSpPr/>
          <p:nvPr/>
        </p:nvGrpSpPr>
        <p:grpSpPr>
          <a:xfrm>
            <a:off x="1140822" y="196918"/>
            <a:ext cx="10354491" cy="6537710"/>
            <a:chOff x="1140822" y="196918"/>
            <a:chExt cx="10354491" cy="6537710"/>
          </a:xfrm>
        </p:grpSpPr>
        <p:grpSp>
          <p:nvGrpSpPr>
            <p:cNvPr id="3" name="กลุ่ม 2"/>
            <p:cNvGrpSpPr/>
            <p:nvPr/>
          </p:nvGrpSpPr>
          <p:grpSpPr>
            <a:xfrm>
              <a:off x="1140822" y="196918"/>
              <a:ext cx="10354491" cy="6537710"/>
              <a:chOff x="2011680" y="617833"/>
              <a:chExt cx="8686800" cy="5966460"/>
            </a:xfrm>
          </p:grpSpPr>
          <p:grpSp>
            <p:nvGrpSpPr>
              <p:cNvPr id="6" name="กลุ่ม 5"/>
              <p:cNvGrpSpPr/>
              <p:nvPr/>
            </p:nvGrpSpPr>
            <p:grpSpPr>
              <a:xfrm rot="10800000">
                <a:off x="4705350" y="617833"/>
                <a:ext cx="3299460" cy="1360170"/>
                <a:chOff x="6244590" y="1165860"/>
                <a:chExt cx="3768090" cy="2343150"/>
              </a:xfrm>
            </p:grpSpPr>
            <p:sp>
              <p:nvSpPr>
                <p:cNvPr id="8" name="สี่เหลี่ยมผืนผ้ามุมมน 7"/>
                <p:cNvSpPr/>
                <p:nvPr/>
              </p:nvSpPr>
              <p:spPr>
                <a:xfrm rot="10800000">
                  <a:off x="6244590" y="1954529"/>
                  <a:ext cx="3768090" cy="1554481"/>
                </a:xfrm>
                <a:prstGeom prst="round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h-TH" sz="4000" dirty="0" smtClean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Mali" panose="00000500000000000000" pitchFamily="2" charset="-34"/>
                      <a:cs typeface="Mali" panose="00000500000000000000" pitchFamily="2" charset="-34"/>
                    </a:rPr>
                    <a:t>วิธีเล่น </a:t>
                  </a:r>
                  <a:endParaRPr lang="th-TH" sz="4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Mali" panose="00000500000000000000" pitchFamily="2" charset="-34"/>
                    <a:cs typeface="Mali" panose="00000500000000000000" pitchFamily="2" charset="-34"/>
                  </a:endParaRPr>
                </a:p>
              </p:txBody>
            </p:sp>
            <p:sp>
              <p:nvSpPr>
                <p:cNvPr id="9" name="สี่เหลี่ยมผืนผ้า 8"/>
                <p:cNvSpPr/>
                <p:nvPr/>
              </p:nvSpPr>
              <p:spPr>
                <a:xfrm>
                  <a:off x="6903720" y="1165860"/>
                  <a:ext cx="182880" cy="78867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0" name="สี่เหลี่ยมผืนผ้า 9"/>
                <p:cNvSpPr/>
                <p:nvPr/>
              </p:nvSpPr>
              <p:spPr>
                <a:xfrm>
                  <a:off x="9227820" y="1165860"/>
                  <a:ext cx="182880" cy="78867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sp>
            <p:nvSpPr>
              <p:cNvPr id="7" name="สี่เหลี่ยมผืนผ้ามุมมน 6"/>
              <p:cNvSpPr/>
              <p:nvPr/>
            </p:nvSpPr>
            <p:spPr>
              <a:xfrm>
                <a:off x="2011680" y="1978003"/>
                <a:ext cx="8686800" cy="460629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</p:grpSp>
        <p:sp>
          <p:nvSpPr>
            <p:cNvPr id="5" name="สี่เหลี่ยมผืนผ้า 4"/>
            <p:cNvSpPr/>
            <p:nvPr/>
          </p:nvSpPr>
          <p:spPr>
            <a:xfrm>
              <a:off x="2046148" y="3089858"/>
              <a:ext cx="8202389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th-TH" dirty="0">
                  <a:latin typeface="Mali" panose="00000500000000000000" pitchFamily="2" charset="-34"/>
                  <a:cs typeface="Mali" panose="00000500000000000000" pitchFamily="2" charset="-34"/>
                </a:rPr>
                <a:t>2.1 เกมนี้ผู้เล่นทั้งสองคนต้องแข่งกันเก็บแต้ม หรือ ดาว ให้ได้มากที่สุด มีทั้งหมดสามด่าน โดย</a:t>
              </a:r>
            </a:p>
            <a:p>
              <a:r>
                <a:rPr lang="th-TH" dirty="0">
                  <a:latin typeface="Mali" panose="00000500000000000000" pitchFamily="2" charset="-34"/>
                  <a:cs typeface="Mali" panose="00000500000000000000" pitchFamily="2" charset="-34"/>
                </a:rPr>
                <a:t>ด่านที่หนึ่ง แต้มสีเหลืองบวก ห้า คะแนน </a:t>
              </a:r>
            </a:p>
            <a:p>
              <a:r>
                <a:rPr lang="th-TH" dirty="0">
                  <a:latin typeface="Mali" panose="00000500000000000000" pitchFamily="2" charset="-34"/>
                  <a:cs typeface="Mali" panose="00000500000000000000" pitchFamily="2" charset="-34"/>
                </a:rPr>
                <a:t>ด่านที่สอง และ ด่านที่สาม แต้มสีเหลือง บวกห้า คะแนน แต้มสีดำ ลบสิบ คะแนน แต้มสีเขียว บวกสิบคะแนน</a:t>
              </a:r>
              <a:endParaRPr lang="th-TH" dirty="0">
                <a:latin typeface="Mali" panose="00000500000000000000" pitchFamily="2" charset="-34"/>
                <a:cs typeface="Mali" panose="00000500000000000000" pitchFamily="2" charset="-34"/>
              </a:endParaRPr>
            </a:p>
          </p:txBody>
        </p:sp>
        <p:sp>
          <p:nvSpPr>
            <p:cNvPr id="11" name="สี่เหลี่ยมผืนผ้า 10"/>
            <p:cNvSpPr/>
            <p:nvPr/>
          </p:nvSpPr>
          <p:spPr>
            <a:xfrm>
              <a:off x="1724070" y="2205725"/>
              <a:ext cx="364234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th-TH" b="1" dirty="0">
                  <a:latin typeface="Mali" panose="00000500000000000000" pitchFamily="2" charset="-34"/>
                  <a:cs typeface="Mali" panose="00000500000000000000" pitchFamily="2" charset="-34"/>
                </a:rPr>
                <a:t>2.ขั้นตอนในการเล่น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880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กลุ่ม 18"/>
          <p:cNvGrpSpPr/>
          <p:nvPr/>
        </p:nvGrpSpPr>
        <p:grpSpPr>
          <a:xfrm>
            <a:off x="1140822" y="196918"/>
            <a:ext cx="10354491" cy="6537710"/>
            <a:chOff x="1140822" y="196918"/>
            <a:chExt cx="10354491" cy="6537710"/>
          </a:xfrm>
        </p:grpSpPr>
        <p:grpSp>
          <p:nvGrpSpPr>
            <p:cNvPr id="11" name="กลุ่ม 10"/>
            <p:cNvGrpSpPr/>
            <p:nvPr/>
          </p:nvGrpSpPr>
          <p:grpSpPr>
            <a:xfrm>
              <a:off x="1140822" y="196918"/>
              <a:ext cx="10354491" cy="6537710"/>
              <a:chOff x="2011680" y="617833"/>
              <a:chExt cx="8686800" cy="5966460"/>
            </a:xfrm>
          </p:grpSpPr>
          <p:grpSp>
            <p:nvGrpSpPr>
              <p:cNvPr id="14" name="กลุ่ม 13"/>
              <p:cNvGrpSpPr/>
              <p:nvPr/>
            </p:nvGrpSpPr>
            <p:grpSpPr>
              <a:xfrm rot="10800000">
                <a:off x="4705350" y="617833"/>
                <a:ext cx="3299460" cy="1360170"/>
                <a:chOff x="6244590" y="1165860"/>
                <a:chExt cx="3768090" cy="2343150"/>
              </a:xfrm>
            </p:grpSpPr>
            <p:sp>
              <p:nvSpPr>
                <p:cNvPr id="16" name="สี่เหลี่ยมผืนผ้ามุมมน 15"/>
                <p:cNvSpPr/>
                <p:nvPr/>
              </p:nvSpPr>
              <p:spPr>
                <a:xfrm rot="10800000">
                  <a:off x="6244590" y="1954529"/>
                  <a:ext cx="3768090" cy="1554481"/>
                </a:xfrm>
                <a:prstGeom prst="round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h-TH" sz="4000" dirty="0" smtClean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Mali" panose="00000500000000000000" pitchFamily="2" charset="-34"/>
                      <a:cs typeface="Mali" panose="00000500000000000000" pitchFamily="2" charset="-34"/>
                    </a:rPr>
                    <a:t>วิธีเล่น </a:t>
                  </a:r>
                  <a:endParaRPr lang="th-TH" sz="4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Mali" panose="00000500000000000000" pitchFamily="2" charset="-34"/>
                    <a:cs typeface="Mali" panose="00000500000000000000" pitchFamily="2" charset="-34"/>
                  </a:endParaRPr>
                </a:p>
              </p:txBody>
            </p:sp>
            <p:sp>
              <p:nvSpPr>
                <p:cNvPr id="17" name="สี่เหลี่ยมผืนผ้า 16"/>
                <p:cNvSpPr/>
                <p:nvPr/>
              </p:nvSpPr>
              <p:spPr>
                <a:xfrm>
                  <a:off x="6903720" y="1165860"/>
                  <a:ext cx="182880" cy="78867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8" name="สี่เหลี่ยมผืนผ้า 17"/>
                <p:cNvSpPr/>
                <p:nvPr/>
              </p:nvSpPr>
              <p:spPr>
                <a:xfrm>
                  <a:off x="9227820" y="1165860"/>
                  <a:ext cx="182880" cy="78867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sp>
            <p:nvSpPr>
              <p:cNvPr id="15" name="สี่เหลี่ยมผืนผ้ามุมมน 14"/>
              <p:cNvSpPr/>
              <p:nvPr/>
            </p:nvSpPr>
            <p:spPr>
              <a:xfrm>
                <a:off x="2011680" y="1978003"/>
                <a:ext cx="8686800" cy="460629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</p:grpSp>
        <p:sp>
          <p:nvSpPr>
            <p:cNvPr id="12" name="สี่เหลี่ยมผืนผ้า 11"/>
            <p:cNvSpPr/>
            <p:nvPr/>
          </p:nvSpPr>
          <p:spPr>
            <a:xfrm>
              <a:off x="2075177" y="2676065"/>
              <a:ext cx="8202389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th-TH" dirty="0">
                  <a:latin typeface="Mali" panose="00000500000000000000" pitchFamily="2" charset="-34"/>
                  <a:cs typeface="Mali" panose="00000500000000000000" pitchFamily="2" charset="-34"/>
                </a:rPr>
                <a:t>2.2 ในแต่ละด่าน ผู้เล่นจะมีพลังชีวิตอยู่ สาม ชีวิต ถ้าตกน้ำจะโดน หักหนึ่งชีวิต ถ้าตกน้ำครบสามครั้งจะเริ่มด่าน</a:t>
              </a:r>
              <a:r>
                <a:rPr lang="th-TH" dirty="0" smtClean="0">
                  <a:latin typeface="Mali" panose="00000500000000000000" pitchFamily="2" charset="-34"/>
                  <a:cs typeface="Mali" panose="00000500000000000000" pitchFamily="2" charset="-34"/>
                </a:rPr>
                <a:t>ถัดไป</a:t>
              </a:r>
            </a:p>
            <a:p>
              <a:endParaRPr lang="th-TH" dirty="0">
                <a:latin typeface="Mali" panose="00000500000000000000" pitchFamily="2" charset="-34"/>
                <a:cs typeface="Mali" panose="00000500000000000000" pitchFamily="2" charset="-34"/>
              </a:endParaRPr>
            </a:p>
            <a:p>
              <a:r>
                <a:rPr lang="th-TH" dirty="0">
                  <a:latin typeface="Mali" panose="00000500000000000000" pitchFamily="2" charset="-34"/>
                  <a:cs typeface="Mali" panose="00000500000000000000" pitchFamily="2" charset="-34"/>
                </a:rPr>
                <a:t>2.3 คะแนนจะสะสมตั้งแต่ด่านแรกถึงด่านสุดท้าย ใครมีคะแนนมากที่สุดเป็น ผู้ชนะ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030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กลุ่ม 2"/>
          <p:cNvGrpSpPr/>
          <p:nvPr/>
        </p:nvGrpSpPr>
        <p:grpSpPr>
          <a:xfrm>
            <a:off x="1140822" y="196919"/>
            <a:ext cx="10354491" cy="6537709"/>
            <a:chOff x="2011680" y="617834"/>
            <a:chExt cx="8686800" cy="5966459"/>
          </a:xfrm>
        </p:grpSpPr>
        <p:grpSp>
          <p:nvGrpSpPr>
            <p:cNvPr id="5" name="กลุ่ม 4"/>
            <p:cNvGrpSpPr/>
            <p:nvPr/>
          </p:nvGrpSpPr>
          <p:grpSpPr>
            <a:xfrm rot="10800000">
              <a:off x="4705350" y="617834"/>
              <a:ext cx="3299460" cy="1360169"/>
              <a:chOff x="6244590" y="1165860"/>
              <a:chExt cx="3768090" cy="2343150"/>
            </a:xfrm>
          </p:grpSpPr>
          <p:sp>
            <p:nvSpPr>
              <p:cNvPr id="7" name="สี่เหลี่ยมผืนผ้ามุมมน 6"/>
              <p:cNvSpPr/>
              <p:nvPr/>
            </p:nvSpPr>
            <p:spPr>
              <a:xfrm rot="10800000">
                <a:off x="6244590" y="1954529"/>
                <a:ext cx="3768090" cy="1554481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h-TH" sz="40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Mali" panose="00000500000000000000" pitchFamily="2" charset="-34"/>
                    <a:cs typeface="Mali" panose="00000500000000000000" pitchFamily="2" charset="-34"/>
                  </a:rPr>
                  <a:t>เครดิต</a:t>
                </a:r>
                <a:endParaRPr lang="th-TH" sz="4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ali" panose="00000500000000000000" pitchFamily="2" charset="-34"/>
                  <a:cs typeface="Mali" panose="00000500000000000000" pitchFamily="2" charset="-34"/>
                </a:endParaRPr>
              </a:p>
            </p:txBody>
          </p:sp>
          <p:sp>
            <p:nvSpPr>
              <p:cNvPr id="8" name="สี่เหลี่ยมผืนผ้า 7"/>
              <p:cNvSpPr/>
              <p:nvPr/>
            </p:nvSpPr>
            <p:spPr>
              <a:xfrm>
                <a:off x="6903720" y="1165860"/>
                <a:ext cx="182880" cy="7886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9" name="สี่เหลี่ยมผืนผ้า 8"/>
              <p:cNvSpPr/>
              <p:nvPr/>
            </p:nvSpPr>
            <p:spPr>
              <a:xfrm>
                <a:off x="9227820" y="1165860"/>
                <a:ext cx="182880" cy="7886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6" name="สี่เหลี่ยมผืนผ้ามุมมน 5"/>
            <p:cNvSpPr/>
            <p:nvPr/>
          </p:nvSpPr>
          <p:spPr>
            <a:xfrm>
              <a:off x="2011680" y="1978003"/>
              <a:ext cx="8686800" cy="460629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</p:grpSp>
      <p:sp>
        <p:nvSpPr>
          <p:cNvPr id="4" name="สี่เหลี่ยมผืนผ้า 3"/>
          <p:cNvSpPr/>
          <p:nvPr/>
        </p:nvSpPr>
        <p:spPr>
          <a:xfrm>
            <a:off x="2216870" y="3057315"/>
            <a:ext cx="820238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dirty="0">
                <a:latin typeface="Mali" panose="00000500000000000000" pitchFamily="2" charset="-34"/>
                <a:cs typeface="Mali" panose="00000500000000000000" pitchFamily="2" charset="-34"/>
              </a:rPr>
              <a:t>นายวุฒิกร ปั้นนาค โรงเรียนพระบางวิทยา</a:t>
            </a:r>
          </a:p>
          <a:p>
            <a:pPr algn="ctr"/>
            <a:r>
              <a:rPr lang="th-TH" dirty="0">
                <a:latin typeface="Mali" panose="00000500000000000000" pitchFamily="2" charset="-34"/>
                <a:cs typeface="Mali" panose="00000500000000000000" pitchFamily="2" charset="-34"/>
              </a:rPr>
              <a:t>นางสาว</a:t>
            </a:r>
            <a:r>
              <a:rPr lang="th-TH" dirty="0" err="1">
                <a:latin typeface="Mali" panose="00000500000000000000" pitchFamily="2" charset="-34"/>
                <a:cs typeface="Mali" panose="00000500000000000000" pitchFamily="2" charset="-34"/>
              </a:rPr>
              <a:t>ทิ</a:t>
            </a:r>
            <a:r>
              <a:rPr lang="th-TH" dirty="0">
                <a:latin typeface="Mali" panose="00000500000000000000" pitchFamily="2" charset="-34"/>
                <a:cs typeface="Mali" panose="00000500000000000000" pitchFamily="2" charset="-34"/>
              </a:rPr>
              <a:t>ชาพร ประทุมมา โรงเรียนพระบางวิทยา</a:t>
            </a:r>
          </a:p>
        </p:txBody>
      </p:sp>
      <p:sp>
        <p:nvSpPr>
          <p:cNvPr id="15" name="สี่เหลี่ยมผืนผ้า 14"/>
          <p:cNvSpPr/>
          <p:nvPr/>
        </p:nvSpPr>
        <p:spPr>
          <a:xfrm>
            <a:off x="5470718" y="2165749"/>
            <a:ext cx="1694695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3500" b="1" dirty="0">
                <a:latin typeface="Mali" panose="00000500000000000000" pitchFamily="2" charset="-34"/>
                <a:cs typeface="Mali" panose="00000500000000000000" pitchFamily="2" charset="-34"/>
              </a:rPr>
              <a:t>ผู้จัดทำ</a:t>
            </a:r>
          </a:p>
        </p:txBody>
      </p:sp>
      <p:sp>
        <p:nvSpPr>
          <p:cNvPr id="16" name="สี่เหลี่ยมผืนผ้า 15"/>
          <p:cNvSpPr/>
          <p:nvPr/>
        </p:nvSpPr>
        <p:spPr>
          <a:xfrm>
            <a:off x="5470718" y="4513067"/>
            <a:ext cx="2066591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3500" b="1" dirty="0">
                <a:latin typeface="Mali" panose="00000500000000000000" pitchFamily="2" charset="-34"/>
                <a:cs typeface="Mali" panose="00000500000000000000" pitchFamily="2" charset="-34"/>
              </a:rPr>
              <a:t>ที่ปรึกษา</a:t>
            </a:r>
          </a:p>
        </p:txBody>
      </p:sp>
      <p:sp>
        <p:nvSpPr>
          <p:cNvPr id="17" name="สี่เหลี่ยมผืนผ้า 16"/>
          <p:cNvSpPr/>
          <p:nvPr/>
        </p:nvSpPr>
        <p:spPr>
          <a:xfrm>
            <a:off x="2402818" y="5168600"/>
            <a:ext cx="820238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dirty="0">
                <a:latin typeface="Mali" panose="00000500000000000000" pitchFamily="2" charset="-34"/>
                <a:cs typeface="Mali" panose="00000500000000000000" pitchFamily="2" charset="-34"/>
              </a:rPr>
              <a:t>ครูลัดดา </a:t>
            </a:r>
            <a:r>
              <a:rPr lang="th-TH" dirty="0" err="1">
                <a:latin typeface="Mali" panose="00000500000000000000" pitchFamily="2" charset="-34"/>
                <a:cs typeface="Mali" panose="00000500000000000000" pitchFamily="2" charset="-34"/>
              </a:rPr>
              <a:t>เพ็ชสังฆาต</a:t>
            </a:r>
            <a:r>
              <a:rPr lang="th-TH" dirty="0">
                <a:latin typeface="Mali" panose="00000500000000000000" pitchFamily="2" charset="-34"/>
                <a:cs typeface="Mali" panose="00000500000000000000" pitchFamily="2" charset="-34"/>
              </a:rPr>
              <a:t> </a:t>
            </a:r>
          </a:p>
          <a:p>
            <a:pPr algn="ctr"/>
            <a:r>
              <a:rPr lang="th-TH" dirty="0">
                <a:latin typeface="Mali" panose="00000500000000000000" pitchFamily="2" charset="-34"/>
                <a:cs typeface="Mali" panose="00000500000000000000" pitchFamily="2" charset="-34"/>
              </a:rPr>
              <a:t>ครูหทัยชนก ตระกูลจำลอง</a:t>
            </a:r>
          </a:p>
        </p:txBody>
      </p:sp>
    </p:spTree>
    <p:extLst>
      <p:ext uri="{BB962C8B-B14F-4D97-AF65-F5344CB8AC3E}">
        <p14:creationId xmlns:p14="http://schemas.microsoft.com/office/powerpoint/2010/main" val="3102979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สี่เหลี่ยมผืนผ้า 2"/>
          <p:cNvSpPr/>
          <p:nvPr/>
        </p:nvSpPr>
        <p:spPr>
          <a:xfrm>
            <a:off x="287867" y="118534"/>
            <a:ext cx="11734800" cy="6383867"/>
          </a:xfrm>
          <a:prstGeom prst="rect">
            <a:avLst/>
          </a:prstGeom>
          <a:solidFill>
            <a:schemeClr val="bg2">
              <a:lumMod val="50000"/>
              <a:alpha val="8705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02795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183</Words>
  <Application>Microsoft Office PowerPoint</Application>
  <PresentationFormat>แบบจอกว้าง</PresentationFormat>
  <Paragraphs>32</Paragraphs>
  <Slides>13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6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13</vt:i4>
      </vt:variant>
    </vt:vector>
  </HeadingPairs>
  <TitlesOfParts>
    <vt:vector size="20" baseType="lpstr">
      <vt:lpstr>Angsana New</vt:lpstr>
      <vt:lpstr>Arial</vt:lpstr>
      <vt:lpstr>Calibri</vt:lpstr>
      <vt:lpstr>Calibri Light</vt:lpstr>
      <vt:lpstr>Cordia New</vt:lpstr>
      <vt:lpstr>Mali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HP</dc:creator>
  <cp:lastModifiedBy>HP</cp:lastModifiedBy>
  <cp:revision>18</cp:revision>
  <dcterms:created xsi:type="dcterms:W3CDTF">2025-12-04T02:16:22Z</dcterms:created>
  <dcterms:modified xsi:type="dcterms:W3CDTF">2025-12-04T08:15:25Z</dcterms:modified>
</cp:coreProperties>
</file>