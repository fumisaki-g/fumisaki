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395844E-834D-7DB4-F4A4-00E2BAC38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6A8037E6-F524-7428-92F7-C1A1B417D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827F5D1-31DA-8699-0BAE-7BDF759AA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C543D-B0C2-4BC9-B709-B85BEBDB7E99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BC8739C7-5ADB-1F46-EC97-2ADBE99A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BAFCB66-B2D1-84F7-F3D8-20975A0F6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4107-7E31-4018-9D15-EAF5741214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13979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A80CE8B-B51A-A96D-E587-0FB460A8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698BB16F-0FA1-8086-EBDD-E8C216F66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4374ABB3-2E44-D1E0-2F6F-1AB48CA50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C543D-B0C2-4BC9-B709-B85BEBDB7E99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EAC45BA4-5432-018B-A973-424779567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348AD207-2323-7761-6ABE-55F1CB89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4107-7E31-4018-9D15-EAF5741214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42808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EA88A48-0993-68B5-448B-973A93F8F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92588AEA-42FD-1FBE-12E3-724AE8619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4F93C75A-3BC2-B821-31A9-7D743BC95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C543D-B0C2-4BC9-B709-B85BEBDB7E99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EB069130-A78B-3491-2A86-1E03E286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5DE5BBE-AD99-B454-44BE-0F1E23F1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4107-7E31-4018-9D15-EAF5741214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986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DFA086A-4260-6103-C9D7-CDB91C3B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07B501A-EA09-2B26-FC9F-DB0BA4CF7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0A3AF1C2-EDF3-27CF-20A6-70160BABE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548E2B8F-F690-9748-1F93-FDAD39C95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C543D-B0C2-4BC9-B709-B85BEBDB7E99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A9744066-7C26-C4B6-F8C0-036C34C5D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BF272D2C-5564-CD0B-2707-5F6399EE0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4107-7E31-4018-9D15-EAF5741214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4982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E8E57E8-F98A-011B-A0A0-A28427C4A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15C1F35B-4B25-EA64-F02E-E79FF2102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71F63101-F400-3E53-DB8A-C14709E20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F81DC33D-B5D0-1EAA-09FD-7FF7AC849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A9059C4C-074B-457F-FDA4-66ACCE336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F7E58D63-5C68-CE6E-ECA5-916B038B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C543D-B0C2-4BC9-B709-B85BEBDB7E99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0280DE51-7C43-24A3-74F4-250804FD0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4AF04744-BE87-A4B6-03D0-299FA7C1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4107-7E31-4018-9D15-EAF5741214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2061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7C9EDCB-5F02-EDF7-C9C7-D5BAE4D7A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E1142D3D-9B06-7832-1128-0DB3E0081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C543D-B0C2-4BC9-B709-B85BEBDB7E99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16A82FD4-5736-076E-9AC2-BDE14FA4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0DA49F5F-FAA9-A436-62A4-95331BE4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4107-7E31-4018-9D15-EAF5741214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93724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EB3C7693-6A1D-0487-7EA2-2E3130436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C543D-B0C2-4BC9-B709-B85BEBDB7E99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060E73F9-7703-366E-EA64-1EA34F44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EE4F1920-0268-47F3-B178-4BC80379E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4107-7E31-4018-9D15-EAF5741214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08653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6505747-EF4B-CBD1-ACAA-911B7616B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BCFA7C3D-DB66-C12F-2B18-219048B98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5F6BECED-F0DE-0F70-A6B8-2A40CDBE7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EADB802F-B3D0-A8FE-8789-1E46BF65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C543D-B0C2-4BC9-B709-B85BEBDB7E99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CE62F669-A106-70D9-740E-1F67ED31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7E0827C2-1A72-C5F8-46E6-4B100C27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4107-7E31-4018-9D15-EAF5741214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0770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3500FB9-2B2C-AF92-AB8F-D846EA32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2237DA84-3253-7B13-757F-16D1014CE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450F794B-7515-1C46-561C-C2350D777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5AAB4D3E-D49B-E97F-CD76-CE9A59248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C543D-B0C2-4BC9-B709-B85BEBDB7E99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A1709236-04E9-04B3-D45A-6D49A938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2DC30CEA-B898-B1A6-3C89-5463AA7B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4107-7E31-4018-9D15-EAF5741214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3429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38118FE-30D4-2C8F-ABC8-7DD5638AB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76E66082-246B-18BE-AE53-7A27FB7FA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DB9814E-755B-F4A6-856B-F5026607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C543D-B0C2-4BC9-B709-B85BEBDB7E99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114E308-60DE-BF25-F913-682AE90D5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C37C7A36-139B-7445-6A6C-42C497AD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4107-7E31-4018-9D15-EAF5741214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7858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5BBB630D-9CEE-840B-DCD1-E6399EB90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4A4E48E7-1E2C-5ACD-3535-4F71F0D5E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1E6B353B-A75A-710F-A199-78E03C5EE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C543D-B0C2-4BC9-B709-B85BEBDB7E99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1D80ACC-337D-169D-A72E-6B4CDBA9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CB949B6-A287-6FA3-A747-A4835B8A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4107-7E31-4018-9D15-EAF5741214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31291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A7F93266-4AF5-2F0C-BC6E-8AED4666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8E4A0180-414B-BDCF-94D0-08AC38353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804A1482-FBC9-DC38-71CA-C2E77E35D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C543D-B0C2-4BC9-B709-B85BEBDB7E99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19EC3BD3-89BC-76C2-A33D-7CFCF1A96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182537C4-4B71-F5AF-7085-F262C6E2E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44107-7E31-4018-9D15-EAF5741214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678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กลุ่ม 14">
            <a:extLst>
              <a:ext uri="{FF2B5EF4-FFF2-40B4-BE49-F238E27FC236}">
                <a16:creationId xmlns:a16="http://schemas.microsoft.com/office/drawing/2014/main" id="{4F2637F1-1FF2-28B1-0235-E9DF0B56845D}"/>
              </a:ext>
            </a:extLst>
          </p:cNvPr>
          <p:cNvGrpSpPr/>
          <p:nvPr/>
        </p:nvGrpSpPr>
        <p:grpSpPr>
          <a:xfrm>
            <a:off x="0" y="0"/>
            <a:ext cx="12192000" cy="6976640"/>
            <a:chOff x="0" y="0"/>
            <a:chExt cx="12192000" cy="6976640"/>
          </a:xfrm>
        </p:grpSpPr>
        <p:sp>
          <p:nvSpPr>
            <p:cNvPr id="4" name="สี่เหลี่ยมผืนผ้า 3">
              <a:extLst>
                <a:ext uri="{FF2B5EF4-FFF2-40B4-BE49-F238E27FC236}">
                  <a16:creationId xmlns:a16="http://schemas.microsoft.com/office/drawing/2014/main" id="{FCBE230F-BA06-3FCA-C5CA-4260988DBBCB}"/>
                </a:ext>
              </a:extLst>
            </p:cNvPr>
            <p:cNvSpPr/>
            <p:nvPr/>
          </p:nvSpPr>
          <p:spPr>
            <a:xfrm>
              <a:off x="0" y="0"/>
              <a:ext cx="12192000" cy="697664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เมฆ 4">
              <a:extLst>
                <a:ext uri="{FF2B5EF4-FFF2-40B4-BE49-F238E27FC236}">
                  <a16:creationId xmlns:a16="http://schemas.microsoft.com/office/drawing/2014/main" id="{73323D40-C882-AEA1-0673-38771B7F803D}"/>
                </a:ext>
              </a:extLst>
            </p:cNvPr>
            <p:cNvSpPr/>
            <p:nvPr/>
          </p:nvSpPr>
          <p:spPr>
            <a:xfrm>
              <a:off x="2287930" y="462987"/>
              <a:ext cx="2488557" cy="1446835"/>
            </a:xfrm>
            <a:prstGeom prst="cloud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พระอาทิตย์ 5">
              <a:extLst>
                <a:ext uri="{FF2B5EF4-FFF2-40B4-BE49-F238E27FC236}">
                  <a16:creationId xmlns:a16="http://schemas.microsoft.com/office/drawing/2014/main" id="{73456605-1F93-EDC6-173F-85D829CCF1D0}"/>
                </a:ext>
              </a:extLst>
            </p:cNvPr>
            <p:cNvSpPr/>
            <p:nvPr/>
          </p:nvSpPr>
          <p:spPr>
            <a:xfrm>
              <a:off x="198698" y="138896"/>
              <a:ext cx="1435261" cy="1446835"/>
            </a:xfrm>
            <a:prstGeom prst="su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7" name="เมฆ 6">
              <a:extLst>
                <a:ext uri="{FF2B5EF4-FFF2-40B4-BE49-F238E27FC236}">
                  <a16:creationId xmlns:a16="http://schemas.microsoft.com/office/drawing/2014/main" id="{AEBE5C1A-E58C-3572-78C2-0A5228D201A6}"/>
                </a:ext>
              </a:extLst>
            </p:cNvPr>
            <p:cNvSpPr/>
            <p:nvPr/>
          </p:nvSpPr>
          <p:spPr>
            <a:xfrm>
              <a:off x="198698" y="2110933"/>
              <a:ext cx="3584295" cy="1446835"/>
            </a:xfrm>
            <a:prstGeom prst="cloud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เมฆ 7">
              <a:extLst>
                <a:ext uri="{FF2B5EF4-FFF2-40B4-BE49-F238E27FC236}">
                  <a16:creationId xmlns:a16="http://schemas.microsoft.com/office/drawing/2014/main" id="{0B18A056-BD2B-605C-EDA5-67C7115A169B}"/>
                </a:ext>
              </a:extLst>
            </p:cNvPr>
            <p:cNvSpPr/>
            <p:nvPr/>
          </p:nvSpPr>
          <p:spPr>
            <a:xfrm>
              <a:off x="4362693" y="2413804"/>
              <a:ext cx="4516054" cy="1446835"/>
            </a:xfrm>
            <a:prstGeom prst="cloud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เมฆ 8">
              <a:extLst>
                <a:ext uri="{FF2B5EF4-FFF2-40B4-BE49-F238E27FC236}">
                  <a16:creationId xmlns:a16="http://schemas.microsoft.com/office/drawing/2014/main" id="{AC66CA70-279A-9BF6-B803-8E8F946ECFE2}"/>
                </a:ext>
              </a:extLst>
            </p:cNvPr>
            <p:cNvSpPr/>
            <p:nvPr/>
          </p:nvSpPr>
          <p:spPr>
            <a:xfrm>
              <a:off x="2440330" y="615387"/>
              <a:ext cx="4377159" cy="1446835"/>
            </a:xfrm>
            <a:prstGeom prst="cloud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" name="เมฆ 9">
              <a:extLst>
                <a:ext uri="{FF2B5EF4-FFF2-40B4-BE49-F238E27FC236}">
                  <a16:creationId xmlns:a16="http://schemas.microsoft.com/office/drawing/2014/main" id="{18CD82CE-5220-B11C-98F5-15FAF81BCC6F}"/>
                </a:ext>
              </a:extLst>
            </p:cNvPr>
            <p:cNvSpPr/>
            <p:nvPr/>
          </p:nvSpPr>
          <p:spPr>
            <a:xfrm>
              <a:off x="8007753" y="557514"/>
              <a:ext cx="3985549" cy="1446835"/>
            </a:xfrm>
            <a:prstGeom prst="cloud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เมฆ 10">
              <a:extLst>
                <a:ext uri="{FF2B5EF4-FFF2-40B4-BE49-F238E27FC236}">
                  <a16:creationId xmlns:a16="http://schemas.microsoft.com/office/drawing/2014/main" id="{B6288E2E-60BA-5EAF-420E-2B45EC07A795}"/>
                </a:ext>
              </a:extLst>
            </p:cNvPr>
            <p:cNvSpPr/>
            <p:nvPr/>
          </p:nvSpPr>
          <p:spPr>
            <a:xfrm>
              <a:off x="9291095" y="3339778"/>
              <a:ext cx="2488557" cy="1041721"/>
            </a:xfrm>
            <a:prstGeom prst="cloud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เมฆ 11">
              <a:extLst>
                <a:ext uri="{FF2B5EF4-FFF2-40B4-BE49-F238E27FC236}">
                  <a16:creationId xmlns:a16="http://schemas.microsoft.com/office/drawing/2014/main" id="{B72D4E81-86A8-388F-C675-C482CB21D53E}"/>
                </a:ext>
              </a:extLst>
            </p:cNvPr>
            <p:cNvSpPr/>
            <p:nvPr/>
          </p:nvSpPr>
          <p:spPr>
            <a:xfrm>
              <a:off x="3565003" y="5301686"/>
              <a:ext cx="4888374" cy="1446835"/>
            </a:xfrm>
            <a:prstGeom prst="cloud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เมฆ 12">
              <a:extLst>
                <a:ext uri="{FF2B5EF4-FFF2-40B4-BE49-F238E27FC236}">
                  <a16:creationId xmlns:a16="http://schemas.microsoft.com/office/drawing/2014/main" id="{389F8D4E-92EF-48E9-4266-6048D1025394}"/>
                </a:ext>
              </a:extLst>
            </p:cNvPr>
            <p:cNvSpPr/>
            <p:nvPr/>
          </p:nvSpPr>
          <p:spPr>
            <a:xfrm>
              <a:off x="7691378" y="4827608"/>
              <a:ext cx="2488557" cy="1446835"/>
            </a:xfrm>
            <a:prstGeom prst="cloud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เมฆ 13">
              <a:extLst>
                <a:ext uri="{FF2B5EF4-FFF2-40B4-BE49-F238E27FC236}">
                  <a16:creationId xmlns:a16="http://schemas.microsoft.com/office/drawing/2014/main" id="{1D77442E-1CAD-C386-FE2F-5B0D791549D9}"/>
                </a:ext>
              </a:extLst>
            </p:cNvPr>
            <p:cNvSpPr/>
            <p:nvPr/>
          </p:nvSpPr>
          <p:spPr>
            <a:xfrm>
              <a:off x="121535" y="4020755"/>
              <a:ext cx="5249119" cy="1446835"/>
            </a:xfrm>
            <a:prstGeom prst="cloud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530049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21B27B9A-10B3-F19C-31DF-5FB71484EA89}"/>
              </a:ext>
            </a:extLst>
          </p:cNvPr>
          <p:cNvSpPr/>
          <p:nvPr/>
        </p:nvSpPr>
        <p:spPr>
          <a:xfrm>
            <a:off x="-2" y="1056190"/>
            <a:ext cx="6759615" cy="105619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HOW TO PLAY</a:t>
            </a:r>
          </a:p>
        </p:txBody>
      </p:sp>
      <p:sp>
        <p:nvSpPr>
          <p:cNvPr id="6" name="ลูกศร: ขวา 5">
            <a:extLst>
              <a:ext uri="{FF2B5EF4-FFF2-40B4-BE49-F238E27FC236}">
                <a16:creationId xmlns:a16="http://schemas.microsoft.com/office/drawing/2014/main" id="{D46A7E2B-73C0-2952-1B43-C321748C8097}"/>
              </a:ext>
            </a:extLst>
          </p:cNvPr>
          <p:cNvSpPr/>
          <p:nvPr/>
        </p:nvSpPr>
        <p:spPr>
          <a:xfrm>
            <a:off x="7122160" y="60510"/>
            <a:ext cx="4470400" cy="227076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NEXT</a:t>
            </a:r>
            <a:endParaRPr lang="th-TH" sz="4800" b="1" dirty="0">
              <a:latin typeface="Arial Black" panose="020B0A04020102020204" pitchFamily="34" charset="0"/>
            </a:endParaRPr>
          </a:p>
        </p:txBody>
      </p:sp>
      <p:sp>
        <p:nvSpPr>
          <p:cNvPr id="8" name="ลูกศร: ขวา 7">
            <a:extLst>
              <a:ext uri="{FF2B5EF4-FFF2-40B4-BE49-F238E27FC236}">
                <a16:creationId xmlns:a16="http://schemas.microsoft.com/office/drawing/2014/main" id="{3072EE86-CA7A-1062-78A2-C0ED8D8A3336}"/>
              </a:ext>
            </a:extLst>
          </p:cNvPr>
          <p:cNvSpPr/>
          <p:nvPr/>
        </p:nvSpPr>
        <p:spPr>
          <a:xfrm>
            <a:off x="7122160" y="2103571"/>
            <a:ext cx="4470400" cy="227076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RETURN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7D50CBBF-042D-82CB-C492-BB5D043495BB}"/>
              </a:ext>
            </a:extLst>
          </p:cNvPr>
          <p:cNvSpPr/>
          <p:nvPr/>
        </p:nvSpPr>
        <p:spPr>
          <a:xfrm>
            <a:off x="-1" y="0"/>
            <a:ext cx="6759615" cy="105619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START</a:t>
            </a:r>
            <a:r>
              <a:rPr lang="en-US" sz="4800" b="1" i="1" dirty="0">
                <a:latin typeface="Arial Black" panose="020B0A04020102020204" pitchFamily="34" charset="0"/>
              </a:rPr>
              <a:t> </a:t>
            </a:r>
            <a:r>
              <a:rPr lang="en-US" sz="4800" b="1" dirty="0">
                <a:latin typeface="Arial Black" panose="020B0A04020102020204" pitchFamily="34" charset="0"/>
              </a:rPr>
              <a:t>TO GAME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90CB56B8-DC88-5EE9-6FE4-6073E19C7976}"/>
              </a:ext>
            </a:extLst>
          </p:cNvPr>
          <p:cNvSpPr/>
          <p:nvPr/>
        </p:nvSpPr>
        <p:spPr>
          <a:xfrm>
            <a:off x="0" y="2103571"/>
            <a:ext cx="6759615" cy="105619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QUIT TO GAME</a:t>
            </a:r>
          </a:p>
        </p:txBody>
      </p:sp>
      <p:sp>
        <p:nvSpPr>
          <p:cNvPr id="14" name="ม้วนกระดาษ: แนวนอน 13">
            <a:extLst>
              <a:ext uri="{FF2B5EF4-FFF2-40B4-BE49-F238E27FC236}">
                <a16:creationId xmlns:a16="http://schemas.microsoft.com/office/drawing/2014/main" id="{56801AAB-98CA-85BD-DD77-B2E003563346}"/>
              </a:ext>
            </a:extLst>
          </p:cNvPr>
          <p:cNvSpPr/>
          <p:nvPr/>
        </p:nvSpPr>
        <p:spPr>
          <a:xfrm>
            <a:off x="380998" y="3290201"/>
            <a:ext cx="6304281" cy="2612759"/>
          </a:xfrm>
          <a:prstGeom prst="horizontalScroll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GAME OVER</a:t>
            </a:r>
            <a:endParaRPr lang="th-TH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450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ม้วนกระดาษ: แนวนอน 3">
            <a:extLst>
              <a:ext uri="{FF2B5EF4-FFF2-40B4-BE49-F238E27FC236}">
                <a16:creationId xmlns:a16="http://schemas.microsoft.com/office/drawing/2014/main" id="{CB3F9E63-7158-31EB-8136-9874B8D3A19E}"/>
              </a:ext>
            </a:extLst>
          </p:cNvPr>
          <p:cNvSpPr/>
          <p:nvPr/>
        </p:nvSpPr>
        <p:spPr>
          <a:xfrm>
            <a:off x="40640" y="0"/>
            <a:ext cx="6304281" cy="2612759"/>
          </a:xfrm>
          <a:prstGeom prst="horizontalScroll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RED WIN</a:t>
            </a:r>
            <a:endParaRPr lang="th-TH" sz="4800" dirty="0">
              <a:latin typeface="Arial Black" panose="020B0A04020102020204" pitchFamily="34" charset="0"/>
            </a:endParaRPr>
          </a:p>
        </p:txBody>
      </p:sp>
      <p:sp>
        <p:nvSpPr>
          <p:cNvPr id="5" name="ม้วนกระดาษ: แนวนอน 4">
            <a:extLst>
              <a:ext uri="{FF2B5EF4-FFF2-40B4-BE49-F238E27FC236}">
                <a16:creationId xmlns:a16="http://schemas.microsoft.com/office/drawing/2014/main" id="{129B2C31-C524-8CE2-1D08-E271557E0F5C}"/>
              </a:ext>
            </a:extLst>
          </p:cNvPr>
          <p:cNvSpPr/>
          <p:nvPr/>
        </p:nvSpPr>
        <p:spPr>
          <a:xfrm>
            <a:off x="5303521" y="1976939"/>
            <a:ext cx="6304281" cy="2612759"/>
          </a:xfrm>
          <a:prstGeom prst="horizontalScroll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BLUE WIN</a:t>
            </a:r>
            <a:endParaRPr lang="th-TH" sz="4800" dirty="0">
              <a:latin typeface="Arial Black" panose="020B0A04020102020204" pitchFamily="34" charset="0"/>
            </a:endParaRPr>
          </a:p>
        </p:txBody>
      </p:sp>
      <p:sp>
        <p:nvSpPr>
          <p:cNvPr id="6" name="ม้วนกระดาษ: แนวนอน 5">
            <a:extLst>
              <a:ext uri="{FF2B5EF4-FFF2-40B4-BE49-F238E27FC236}">
                <a16:creationId xmlns:a16="http://schemas.microsoft.com/office/drawing/2014/main" id="{D8003818-ED1B-3AAD-DDC9-403F90DD0C2A}"/>
              </a:ext>
            </a:extLst>
          </p:cNvPr>
          <p:cNvSpPr/>
          <p:nvPr/>
        </p:nvSpPr>
        <p:spPr>
          <a:xfrm>
            <a:off x="248918" y="4245241"/>
            <a:ext cx="6304281" cy="2612759"/>
          </a:xfrm>
          <a:prstGeom prst="horizontalScroll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WINNER</a:t>
            </a:r>
            <a:endParaRPr lang="th-TH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370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หัวใจ 3">
            <a:extLst>
              <a:ext uri="{FF2B5EF4-FFF2-40B4-BE49-F238E27FC236}">
                <a16:creationId xmlns:a16="http://schemas.microsoft.com/office/drawing/2014/main" id="{A7D35B43-11F8-AC7B-754E-6A511451B154}"/>
              </a:ext>
            </a:extLst>
          </p:cNvPr>
          <p:cNvSpPr/>
          <p:nvPr/>
        </p:nvSpPr>
        <p:spPr>
          <a:xfrm>
            <a:off x="254000" y="375920"/>
            <a:ext cx="2468880" cy="2072640"/>
          </a:xfrm>
          <a:prstGeom prst="hear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9" name="กลุ่ม 8">
            <a:extLst>
              <a:ext uri="{FF2B5EF4-FFF2-40B4-BE49-F238E27FC236}">
                <a16:creationId xmlns:a16="http://schemas.microsoft.com/office/drawing/2014/main" id="{65AFC06C-2C57-F001-C434-8B1E3106370D}"/>
              </a:ext>
            </a:extLst>
          </p:cNvPr>
          <p:cNvGrpSpPr/>
          <p:nvPr/>
        </p:nvGrpSpPr>
        <p:grpSpPr>
          <a:xfrm>
            <a:off x="3441411" y="728433"/>
            <a:ext cx="1767196" cy="1533774"/>
            <a:chOff x="4378960" y="1788160"/>
            <a:chExt cx="3434080" cy="3281680"/>
          </a:xfrm>
        </p:grpSpPr>
        <p:sp>
          <p:nvSpPr>
            <p:cNvPr id="5" name="วงรี 4">
              <a:extLst>
                <a:ext uri="{FF2B5EF4-FFF2-40B4-BE49-F238E27FC236}">
                  <a16:creationId xmlns:a16="http://schemas.microsoft.com/office/drawing/2014/main" id="{79A64AA1-0EDF-AD16-5BD9-185315774889}"/>
                </a:ext>
              </a:extLst>
            </p:cNvPr>
            <p:cNvSpPr/>
            <p:nvPr/>
          </p:nvSpPr>
          <p:spPr>
            <a:xfrm>
              <a:off x="4378960" y="1788160"/>
              <a:ext cx="3434080" cy="328168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วงรี 5">
              <a:extLst>
                <a:ext uri="{FF2B5EF4-FFF2-40B4-BE49-F238E27FC236}">
                  <a16:creationId xmlns:a16="http://schemas.microsoft.com/office/drawing/2014/main" id="{197791EC-EE39-A06D-2B15-4F29D912CB3A}"/>
                </a:ext>
              </a:extLst>
            </p:cNvPr>
            <p:cNvSpPr/>
            <p:nvPr/>
          </p:nvSpPr>
          <p:spPr>
            <a:xfrm>
              <a:off x="4675505" y="1993900"/>
              <a:ext cx="2840990" cy="2870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สี่เหลี่ยมผืนผ้า: มุมมน 7">
              <a:extLst>
                <a:ext uri="{FF2B5EF4-FFF2-40B4-BE49-F238E27FC236}">
                  <a16:creationId xmlns:a16="http://schemas.microsoft.com/office/drawing/2014/main" id="{C7A5D3DB-4BD0-EEED-1201-4A1A59D524C3}"/>
                </a:ext>
              </a:extLst>
            </p:cNvPr>
            <p:cNvSpPr/>
            <p:nvPr/>
          </p:nvSpPr>
          <p:spPr>
            <a:xfrm>
              <a:off x="5969000" y="3429000"/>
              <a:ext cx="254000" cy="1228344"/>
            </a:xfrm>
            <a:prstGeom prst="round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7" name="วงรี 6">
              <a:extLst>
                <a:ext uri="{FF2B5EF4-FFF2-40B4-BE49-F238E27FC236}">
                  <a16:creationId xmlns:a16="http://schemas.microsoft.com/office/drawing/2014/main" id="{B1A2317B-EFD3-D11C-7553-8EABD6F93092}"/>
                </a:ext>
              </a:extLst>
            </p:cNvPr>
            <p:cNvSpPr/>
            <p:nvPr/>
          </p:nvSpPr>
          <p:spPr>
            <a:xfrm>
              <a:off x="5916676" y="3233420"/>
              <a:ext cx="358648" cy="39116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12" name="สี่เหลี่ยมผืนผ้า: มุมมน 11">
            <a:extLst>
              <a:ext uri="{FF2B5EF4-FFF2-40B4-BE49-F238E27FC236}">
                <a16:creationId xmlns:a16="http://schemas.microsoft.com/office/drawing/2014/main" id="{4B2820BE-B836-7C40-784F-A0AB7F99A3F8}"/>
              </a:ext>
            </a:extLst>
          </p:cNvPr>
          <p:cNvSpPr/>
          <p:nvPr/>
        </p:nvSpPr>
        <p:spPr>
          <a:xfrm>
            <a:off x="254000" y="4301201"/>
            <a:ext cx="9286756" cy="2305776"/>
          </a:xfrm>
          <a:prstGeom prst="round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PLAYER</a:t>
            </a:r>
            <a:endParaRPr lang="th-TH" sz="4800" dirty="0">
              <a:latin typeface="Arial Black" panose="020B0A04020102020204" pitchFamily="34" charset="0"/>
            </a:endParaRPr>
          </a:p>
        </p:txBody>
      </p:sp>
      <p:sp>
        <p:nvSpPr>
          <p:cNvPr id="13" name="ดาว: 4 แฉก 12">
            <a:extLst>
              <a:ext uri="{FF2B5EF4-FFF2-40B4-BE49-F238E27FC236}">
                <a16:creationId xmlns:a16="http://schemas.microsoft.com/office/drawing/2014/main" id="{0499E92F-CFB8-0454-9740-3CA968560558}"/>
              </a:ext>
            </a:extLst>
          </p:cNvPr>
          <p:cNvSpPr/>
          <p:nvPr/>
        </p:nvSpPr>
        <p:spPr>
          <a:xfrm>
            <a:off x="5847320" y="1319514"/>
            <a:ext cx="1491029" cy="1533774"/>
          </a:xfrm>
          <a:prstGeom prst="star4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ดาว: 4 แฉก 13">
            <a:extLst>
              <a:ext uri="{FF2B5EF4-FFF2-40B4-BE49-F238E27FC236}">
                <a16:creationId xmlns:a16="http://schemas.microsoft.com/office/drawing/2014/main" id="{DA15681F-8F17-3750-6A9A-1838324CCC17}"/>
              </a:ext>
            </a:extLst>
          </p:cNvPr>
          <p:cNvSpPr/>
          <p:nvPr/>
        </p:nvSpPr>
        <p:spPr>
          <a:xfrm>
            <a:off x="7338349" y="1319514"/>
            <a:ext cx="1491029" cy="1533774"/>
          </a:xfrm>
          <a:prstGeom prst="star4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ดาว: 4 แฉก 14">
            <a:extLst>
              <a:ext uri="{FF2B5EF4-FFF2-40B4-BE49-F238E27FC236}">
                <a16:creationId xmlns:a16="http://schemas.microsoft.com/office/drawing/2014/main" id="{ABFAED60-B4BF-9942-1E3F-00FB67F79F04}"/>
              </a:ext>
            </a:extLst>
          </p:cNvPr>
          <p:cNvSpPr/>
          <p:nvPr/>
        </p:nvSpPr>
        <p:spPr>
          <a:xfrm>
            <a:off x="8829378" y="1276584"/>
            <a:ext cx="1491029" cy="1533774"/>
          </a:xfrm>
          <a:prstGeom prst="star4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32092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สี่เหลี่ยมผืนผ้า: มุมมน 10">
            <a:extLst>
              <a:ext uri="{FF2B5EF4-FFF2-40B4-BE49-F238E27FC236}">
                <a16:creationId xmlns:a16="http://schemas.microsoft.com/office/drawing/2014/main" id="{6CB08D65-BE1D-31AD-FC35-5F8F5B7F1B10}"/>
              </a:ext>
            </a:extLst>
          </p:cNvPr>
          <p:cNvSpPr/>
          <p:nvPr/>
        </p:nvSpPr>
        <p:spPr>
          <a:xfrm>
            <a:off x="135037" y="2525208"/>
            <a:ext cx="9286756" cy="2305776"/>
          </a:xfrm>
          <a:prstGeom prst="round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LEVEL</a:t>
            </a:r>
            <a:endParaRPr lang="th-TH" sz="4800" dirty="0">
              <a:latin typeface="Arial Black" panose="020B0A04020102020204" pitchFamily="34" charset="0"/>
            </a:endParaRPr>
          </a:p>
        </p:txBody>
      </p:sp>
      <p:sp>
        <p:nvSpPr>
          <p:cNvPr id="10" name="สี่เหลี่ยมผืนผ้า: มุมมน 9">
            <a:extLst>
              <a:ext uri="{FF2B5EF4-FFF2-40B4-BE49-F238E27FC236}">
                <a16:creationId xmlns:a16="http://schemas.microsoft.com/office/drawing/2014/main" id="{48C5914A-5335-DAA2-1DD2-E8F862ACA9E8}"/>
              </a:ext>
            </a:extLst>
          </p:cNvPr>
          <p:cNvSpPr/>
          <p:nvPr/>
        </p:nvSpPr>
        <p:spPr>
          <a:xfrm>
            <a:off x="135037" y="117876"/>
            <a:ext cx="9286756" cy="2305776"/>
          </a:xfrm>
          <a:prstGeom prst="round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WATER OF DANGER</a:t>
            </a:r>
            <a:endParaRPr lang="th-TH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813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กล่องข้อความ 29">
            <a:extLst>
              <a:ext uri="{FF2B5EF4-FFF2-40B4-BE49-F238E27FC236}">
                <a16:creationId xmlns:a16="http://schemas.microsoft.com/office/drawing/2014/main" id="{205F84C2-5C7D-FCBF-4E8C-D5C5B2DDA0A2}"/>
              </a:ext>
            </a:extLst>
          </p:cNvPr>
          <p:cNvSpPr txBox="1"/>
          <p:nvPr/>
        </p:nvSpPr>
        <p:spPr>
          <a:xfrm>
            <a:off x="216543" y="362899"/>
            <a:ext cx="3985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LEVEL 1</a:t>
            </a:r>
            <a:endParaRPr lang="th-TH" sz="4800" dirty="0">
              <a:latin typeface="Arial Black" panose="020B0A04020102020204" pitchFamily="34" charset="0"/>
            </a:endParaRPr>
          </a:p>
        </p:txBody>
      </p:sp>
      <p:sp>
        <p:nvSpPr>
          <p:cNvPr id="31" name="กล่องข้อความ 30">
            <a:extLst>
              <a:ext uri="{FF2B5EF4-FFF2-40B4-BE49-F238E27FC236}">
                <a16:creationId xmlns:a16="http://schemas.microsoft.com/office/drawing/2014/main" id="{8B70FE31-233C-6CEB-3FBF-9D74C385CB02}"/>
              </a:ext>
            </a:extLst>
          </p:cNvPr>
          <p:cNvSpPr txBox="1"/>
          <p:nvPr/>
        </p:nvSpPr>
        <p:spPr>
          <a:xfrm>
            <a:off x="216543" y="1193896"/>
            <a:ext cx="3985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LEVEL 2</a:t>
            </a:r>
            <a:endParaRPr lang="th-TH" sz="4800" dirty="0">
              <a:latin typeface="Arial Black" panose="020B0A04020102020204" pitchFamily="34" charset="0"/>
            </a:endParaRPr>
          </a:p>
        </p:txBody>
      </p:sp>
      <p:sp>
        <p:nvSpPr>
          <p:cNvPr id="32" name="กล่องข้อความ 31">
            <a:extLst>
              <a:ext uri="{FF2B5EF4-FFF2-40B4-BE49-F238E27FC236}">
                <a16:creationId xmlns:a16="http://schemas.microsoft.com/office/drawing/2014/main" id="{830DF3A3-4D16-04F2-E413-0FCE02020128}"/>
              </a:ext>
            </a:extLst>
          </p:cNvPr>
          <p:cNvSpPr txBox="1"/>
          <p:nvPr/>
        </p:nvSpPr>
        <p:spPr>
          <a:xfrm>
            <a:off x="216543" y="2024893"/>
            <a:ext cx="3985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087634331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แบบจอกว้าง</PresentationFormat>
  <Paragraphs>15</Paragraphs>
  <Slides>6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vuthikorpannakh@gmail.com</dc:creator>
  <cp:lastModifiedBy>vuthikorpannakh@gmail.com</cp:lastModifiedBy>
  <cp:revision>1</cp:revision>
  <dcterms:created xsi:type="dcterms:W3CDTF">2025-12-02T11:30:26Z</dcterms:created>
  <dcterms:modified xsi:type="dcterms:W3CDTF">2025-12-02T11:30:50Z</dcterms:modified>
</cp:coreProperties>
</file>