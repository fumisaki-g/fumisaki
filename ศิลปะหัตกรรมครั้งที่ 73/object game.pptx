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5" r:id="rId8"/>
    <p:sldId id="268" r:id="rId9"/>
    <p:sldId id="274" r:id="rId10"/>
    <p:sldId id="269" r:id="rId11"/>
    <p:sldId id="273" r:id="rId12"/>
    <p:sldId id="266" r:id="rId13"/>
    <p:sldId id="272" r:id="rId14"/>
    <p:sldId id="267" r:id="rId15"/>
    <p:sldId id="271" r:id="rId16"/>
    <p:sldId id="261" r:id="rId17"/>
    <p:sldId id="262" r:id="rId18"/>
    <p:sldId id="263" r:id="rId19"/>
    <p:sldId id="264" r:id="rId20"/>
    <p:sldId id="265" r:id="rId21"/>
    <p:sldId id="276" r:id="rId2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ส่วนเริ่มต้น" id="{564831F0-7519-44E4-815B-B93C9F9A18F1}">
          <p14:sldIdLst>
            <p14:sldId id="256"/>
            <p14:sldId id="257"/>
            <p14:sldId id="258"/>
            <p14:sldId id="259"/>
            <p14:sldId id="260"/>
            <p14:sldId id="270"/>
            <p14:sldId id="275"/>
            <p14:sldId id="268"/>
            <p14:sldId id="274"/>
            <p14:sldId id="269"/>
            <p14:sldId id="273"/>
            <p14:sldId id="266"/>
            <p14:sldId id="272"/>
            <p14:sldId id="267"/>
            <p14:sldId id="271"/>
            <p14:sldId id="261"/>
            <p14:sldId id="262"/>
            <p14:sldId id="263"/>
            <p14:sldId id="264"/>
            <p14:sldId id="26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CC6600"/>
    <a:srgbClr val="4A5DE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1494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188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5738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968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837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ข้อความ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563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4" name="ตัวแทน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422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1831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เนื้อหา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7385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50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504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08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E9E38-1E2C-4AB0-B21E-D3F5FFE0FEB6}" type="datetimeFigureOut">
              <a:rPr lang="th-TH" smtClean="0"/>
              <a:t>30/11/68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713FF-9D96-4972-8930-AF29A484CC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033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เมฆ 3"/>
          <p:cNvSpPr/>
          <p:nvPr/>
        </p:nvSpPr>
        <p:spPr>
          <a:xfrm>
            <a:off x="-147145" y="147145"/>
            <a:ext cx="5171090" cy="300595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-174172" y="0"/>
            <a:ext cx="12791090" cy="7283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เมฆ 5"/>
          <p:cNvSpPr/>
          <p:nvPr/>
        </p:nvSpPr>
        <p:spPr>
          <a:xfrm>
            <a:off x="-147145" y="311218"/>
            <a:ext cx="3888828" cy="1986455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เมฆ 6"/>
          <p:cNvSpPr/>
          <p:nvPr/>
        </p:nvSpPr>
        <p:spPr>
          <a:xfrm>
            <a:off x="-1013247" y="2715215"/>
            <a:ext cx="2810516" cy="875775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เมฆ 7"/>
          <p:cNvSpPr/>
          <p:nvPr/>
        </p:nvSpPr>
        <p:spPr>
          <a:xfrm>
            <a:off x="5023945" y="519886"/>
            <a:ext cx="2876583" cy="124097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เมฆ 8"/>
          <p:cNvSpPr/>
          <p:nvPr/>
        </p:nvSpPr>
        <p:spPr>
          <a:xfrm>
            <a:off x="9258862" y="1140372"/>
            <a:ext cx="2933138" cy="1406723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เมฆ 9"/>
          <p:cNvSpPr/>
          <p:nvPr/>
        </p:nvSpPr>
        <p:spPr>
          <a:xfrm>
            <a:off x="-147145" y="4612275"/>
            <a:ext cx="3888828" cy="1396640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เมฆ 10"/>
          <p:cNvSpPr/>
          <p:nvPr/>
        </p:nvSpPr>
        <p:spPr>
          <a:xfrm>
            <a:off x="4011700" y="2427139"/>
            <a:ext cx="3888828" cy="105766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เมฆ 11"/>
          <p:cNvSpPr/>
          <p:nvPr/>
        </p:nvSpPr>
        <p:spPr>
          <a:xfrm>
            <a:off x="8701064" y="2891097"/>
            <a:ext cx="3888828" cy="1187418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เมฆ 12"/>
          <p:cNvSpPr/>
          <p:nvPr/>
        </p:nvSpPr>
        <p:spPr>
          <a:xfrm>
            <a:off x="8781017" y="5782194"/>
            <a:ext cx="3888828" cy="1187418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เมฆ 13"/>
          <p:cNvSpPr/>
          <p:nvPr/>
        </p:nvSpPr>
        <p:spPr>
          <a:xfrm>
            <a:off x="4810738" y="4464786"/>
            <a:ext cx="3888828" cy="1187418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528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1770743" y="1611086"/>
            <a:ext cx="8606972" cy="3352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330200" h="1524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7135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ลูกศรซ้าย 3"/>
          <p:cNvSpPr/>
          <p:nvPr/>
        </p:nvSpPr>
        <p:spPr>
          <a:xfrm>
            <a:off x="2569029" y="1291772"/>
            <a:ext cx="7097485" cy="3614057"/>
          </a:xfrm>
          <a:prstGeom prst="leftArrow">
            <a:avLst/>
          </a:prstGeom>
          <a:solidFill>
            <a:srgbClr val="FF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1703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มุมมน 3"/>
          <p:cNvSpPr/>
          <p:nvPr/>
        </p:nvSpPr>
        <p:spPr>
          <a:xfrm>
            <a:off x="2452914" y="1465943"/>
            <a:ext cx="6836229" cy="3280228"/>
          </a:xfrm>
          <a:prstGeom prst="roundRect">
            <a:avLst/>
          </a:prstGeom>
          <a:solidFill>
            <a:srgbClr val="4A5D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4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กลุ่ม 14"/>
          <p:cNvGrpSpPr/>
          <p:nvPr/>
        </p:nvGrpSpPr>
        <p:grpSpPr>
          <a:xfrm>
            <a:off x="4455886" y="508000"/>
            <a:ext cx="2917372" cy="5660573"/>
            <a:chOff x="4455886" y="508000"/>
            <a:chExt cx="2917372" cy="5660573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>
              <a:off x="4782457" y="4064001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>
              <a:off x="6393543" y="4064002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109029" y="972459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3714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กลุ่ม 4"/>
          <p:cNvGrpSpPr/>
          <p:nvPr/>
        </p:nvGrpSpPr>
        <p:grpSpPr>
          <a:xfrm>
            <a:off x="4224850" y="517328"/>
            <a:ext cx="2917372" cy="4616601"/>
            <a:chOff x="4224850" y="517328"/>
            <a:chExt cx="2917372" cy="4616601"/>
          </a:xfrm>
        </p:grpSpPr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695079" y="1378858"/>
              <a:ext cx="3976914" cy="2917372"/>
            </a:xfrm>
            <a:prstGeom prst="flowChartAlternateProces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ลบ 3"/>
            <p:cNvSpPr/>
            <p:nvPr/>
          </p:nvSpPr>
          <p:spPr>
            <a:xfrm rot="2946521">
              <a:off x="3487558" y="2012482"/>
              <a:ext cx="4592771" cy="1650124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ลบ 9"/>
            <p:cNvSpPr/>
            <p:nvPr/>
          </p:nvSpPr>
          <p:spPr>
            <a:xfrm rot="7727954">
              <a:off x="3387151" y="2059652"/>
              <a:ext cx="4592771" cy="1508123"/>
            </a:xfrm>
            <a:prstGeom prst="mathMinu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3944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กลุ่ม 4"/>
          <p:cNvGrpSpPr/>
          <p:nvPr/>
        </p:nvGrpSpPr>
        <p:grpSpPr>
          <a:xfrm>
            <a:off x="4224850" y="517328"/>
            <a:ext cx="2917372" cy="4616601"/>
            <a:chOff x="4224850" y="517328"/>
            <a:chExt cx="2917372" cy="4616601"/>
          </a:xfrm>
          <a:solidFill>
            <a:schemeClr val="bg1"/>
          </a:solidFill>
        </p:grpSpPr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695079" y="1378858"/>
              <a:ext cx="3976914" cy="2917372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ลบ 3"/>
            <p:cNvSpPr/>
            <p:nvPr/>
          </p:nvSpPr>
          <p:spPr>
            <a:xfrm rot="2946521">
              <a:off x="3487558" y="2012482"/>
              <a:ext cx="4592771" cy="1650124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0" name="ลบ 9"/>
            <p:cNvSpPr/>
            <p:nvPr/>
          </p:nvSpPr>
          <p:spPr>
            <a:xfrm rot="7727954">
              <a:off x="3387151" y="2059652"/>
              <a:ext cx="4592771" cy="1508123"/>
            </a:xfrm>
            <a:prstGeom prst="mathMinus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0210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455886" y="508000"/>
            <a:ext cx="2985554" cy="5536275"/>
            <a:chOff x="4455886" y="508000"/>
            <a:chExt cx="2985554" cy="5536275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>
              <a:off x="4771571" y="3939704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0180759">
              <a:off x="6788297" y="3897087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588000" y="972459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14093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455886" y="508000"/>
            <a:ext cx="2985554" cy="5536275"/>
            <a:chOff x="4455886" y="508000"/>
            <a:chExt cx="2985554" cy="5536275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>
              <a:off x="4771571" y="3939704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0180759">
              <a:off x="6788297" y="3897087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588000" y="972459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40217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250872" y="508000"/>
            <a:ext cx="3122386" cy="5640804"/>
            <a:chOff x="4250872" y="508000"/>
            <a:chExt cx="3122386" cy="5640804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 rot="1981312">
              <a:off x="4250872" y="3931719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1380192">
              <a:off x="6653545" y="4044233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588000" y="972459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15940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250872" y="508000"/>
            <a:ext cx="3122386" cy="5640804"/>
            <a:chOff x="4250872" y="508000"/>
            <a:chExt cx="3122386" cy="5640804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 rot="1981312">
              <a:off x="4250872" y="3931719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1380192">
              <a:off x="6653545" y="4044233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588000" y="972459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17616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353633" y="508000"/>
            <a:ext cx="3087807" cy="5576489"/>
            <a:chOff x="4353633" y="508000"/>
            <a:chExt cx="3087807" cy="5576489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 rot="1280977">
              <a:off x="4353633" y="3979918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0180759">
              <a:off x="6788297" y="3897087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588000" y="972459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434085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353633" y="508000"/>
            <a:ext cx="3087807" cy="5576489"/>
            <a:chOff x="4353633" y="508000"/>
            <a:chExt cx="3087807" cy="5576489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 rot="1280977">
              <a:off x="4353633" y="3979918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0180759">
              <a:off x="6788297" y="3897087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588000" y="972459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11717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095204" y="508000"/>
            <a:ext cx="3709960" cy="5497720"/>
            <a:chOff x="4095204" y="508000"/>
            <a:chExt cx="3709960" cy="5497720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 rot="1280977">
              <a:off x="4095204" y="3901149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0180759">
              <a:off x="7152021" y="3897085"/>
              <a:ext cx="653143" cy="2104571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109029" y="678170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2727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4095204" y="508000"/>
            <a:ext cx="3709960" cy="5497720"/>
            <a:chOff x="4095204" y="508000"/>
            <a:chExt cx="3709960" cy="5497720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 rot="1280977">
              <a:off x="4095204" y="3901149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 rot="20180759">
              <a:off x="7152021" y="3897085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926115" y="1037771"/>
              <a:ext cx="3976914" cy="2917372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5109029" y="678170"/>
              <a:ext cx="1611086" cy="66765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144640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/>
          <p:cNvGrpSpPr/>
          <p:nvPr/>
        </p:nvGrpSpPr>
        <p:grpSpPr>
          <a:xfrm>
            <a:off x="4296228" y="508000"/>
            <a:ext cx="2917372" cy="5660573"/>
            <a:chOff x="4339772" y="348343"/>
            <a:chExt cx="2917372" cy="5660573"/>
          </a:xfrm>
        </p:grpSpPr>
        <p:sp>
          <p:nvSpPr>
            <p:cNvPr id="12" name="สี่เหลี่ยมผืนผ้ามุมมน 11"/>
            <p:cNvSpPr/>
            <p:nvPr/>
          </p:nvSpPr>
          <p:spPr>
            <a:xfrm>
              <a:off x="4666343" y="3904344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" name="สี่เหลี่ยมผืนผ้ามุมมน 12"/>
            <p:cNvSpPr/>
            <p:nvPr/>
          </p:nvSpPr>
          <p:spPr>
            <a:xfrm>
              <a:off x="6277429" y="3904345"/>
              <a:ext cx="653143" cy="210457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" name="แผนผังลําดับงาน: กระบวนการสำรอง 7"/>
            <p:cNvSpPr/>
            <p:nvPr/>
          </p:nvSpPr>
          <p:spPr>
            <a:xfrm rot="5400000">
              <a:off x="3810001" y="878114"/>
              <a:ext cx="3976914" cy="2917372"/>
            </a:xfrm>
            <a:prstGeom prst="flowChartAlternateProcess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สี่เหลี่ยมผืนผ้ามุมมน 8"/>
            <p:cNvSpPr/>
            <p:nvPr/>
          </p:nvSpPr>
          <p:spPr>
            <a:xfrm>
              <a:off x="4992915" y="812802"/>
              <a:ext cx="1611086" cy="6676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7973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กลุ่ม 6"/>
          <p:cNvGrpSpPr/>
          <p:nvPr/>
        </p:nvGrpSpPr>
        <p:grpSpPr>
          <a:xfrm>
            <a:off x="3091542" y="1012371"/>
            <a:ext cx="5631544" cy="3907972"/>
            <a:chOff x="3047999" y="997857"/>
            <a:chExt cx="5631544" cy="3907972"/>
          </a:xfrm>
        </p:grpSpPr>
        <p:sp>
          <p:nvSpPr>
            <p:cNvPr id="4" name="สี่เหลี่ยมผืนผ้า 3"/>
            <p:cNvSpPr/>
            <p:nvPr/>
          </p:nvSpPr>
          <p:spPr>
            <a:xfrm>
              <a:off x="3048000" y="1161143"/>
              <a:ext cx="5631543" cy="37446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5" name="สี่เหลี่ยมผืนผ้า 4"/>
            <p:cNvSpPr/>
            <p:nvPr/>
          </p:nvSpPr>
          <p:spPr>
            <a:xfrm>
              <a:off x="3047999" y="2300514"/>
              <a:ext cx="5631543" cy="1465943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/>
            <p:cNvSpPr/>
            <p:nvPr/>
          </p:nvSpPr>
          <p:spPr>
            <a:xfrm>
              <a:off x="3047999" y="997857"/>
              <a:ext cx="5631543" cy="1465943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399611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กลุ่ม 1"/>
          <p:cNvGrpSpPr/>
          <p:nvPr/>
        </p:nvGrpSpPr>
        <p:grpSpPr>
          <a:xfrm>
            <a:off x="1349828" y="711200"/>
            <a:ext cx="9521372" cy="5196115"/>
            <a:chOff x="1349828" y="711200"/>
            <a:chExt cx="9521372" cy="5196115"/>
          </a:xfrm>
        </p:grpSpPr>
        <p:sp>
          <p:nvSpPr>
            <p:cNvPr id="4" name="สี่เหลี่ยมผืนผ้ามุมมน 3"/>
            <p:cNvSpPr/>
            <p:nvPr/>
          </p:nvSpPr>
          <p:spPr>
            <a:xfrm>
              <a:off x="1349828" y="711200"/>
              <a:ext cx="9521372" cy="519611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3" name="สี่เหลี่ยมผืนผ้ามุมมน 2"/>
            <p:cNvSpPr/>
            <p:nvPr/>
          </p:nvSpPr>
          <p:spPr>
            <a:xfrm>
              <a:off x="5181599" y="3875314"/>
              <a:ext cx="1857829" cy="1669143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257453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แผนผังลำดับงาน: ตัวเชื่อมต่อ 3"/>
          <p:cNvSpPr/>
          <p:nvPr/>
        </p:nvSpPr>
        <p:spPr>
          <a:xfrm>
            <a:off x="478971" y="203200"/>
            <a:ext cx="3352801" cy="3222172"/>
          </a:xfrm>
          <a:prstGeom prst="flowChart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/>
              <a:t>1</a:t>
            </a:r>
            <a:endParaRPr lang="en-US" sz="9600" dirty="0" smtClean="0"/>
          </a:p>
        </p:txBody>
      </p:sp>
      <p:sp>
        <p:nvSpPr>
          <p:cNvPr id="6" name="แผนผังลำดับงาน: ตัวเชื่อมต่อ 5"/>
          <p:cNvSpPr/>
          <p:nvPr/>
        </p:nvSpPr>
        <p:spPr>
          <a:xfrm>
            <a:off x="4332514" y="203200"/>
            <a:ext cx="3352801" cy="3222172"/>
          </a:xfrm>
          <a:prstGeom prst="flowChartConnec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smtClean="0"/>
              <a:t>2</a:t>
            </a:r>
          </a:p>
        </p:txBody>
      </p:sp>
      <p:sp>
        <p:nvSpPr>
          <p:cNvPr id="7" name="แผนผังลำดับงาน: ตัวเชื่อมต่อ 6"/>
          <p:cNvSpPr/>
          <p:nvPr/>
        </p:nvSpPr>
        <p:spPr>
          <a:xfrm>
            <a:off x="8469085" y="203200"/>
            <a:ext cx="3352801" cy="3222172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smtClean="0"/>
              <a:t>3</a:t>
            </a:r>
          </a:p>
        </p:txBody>
      </p:sp>
      <p:sp>
        <p:nvSpPr>
          <p:cNvPr id="8" name="แผนผังลำดับงาน: ตัวเชื่อมต่อ 7"/>
          <p:cNvSpPr/>
          <p:nvPr/>
        </p:nvSpPr>
        <p:spPr>
          <a:xfrm>
            <a:off x="2373085" y="3309258"/>
            <a:ext cx="3352801" cy="3222172"/>
          </a:xfrm>
          <a:prstGeom prst="flowChartConnec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/>
              <a:t>4</a:t>
            </a:r>
            <a:endParaRPr lang="en-US" sz="9600" dirty="0" smtClean="0"/>
          </a:p>
        </p:txBody>
      </p:sp>
      <p:sp>
        <p:nvSpPr>
          <p:cNvPr id="9" name="แผนผังลำดับงาน: ตัวเชื่อมต่อ 8"/>
          <p:cNvSpPr/>
          <p:nvPr/>
        </p:nvSpPr>
        <p:spPr>
          <a:xfrm>
            <a:off x="6509656" y="3193144"/>
            <a:ext cx="3352801" cy="3222172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/>
              <a:t>5</a:t>
            </a:r>
            <a:endParaRPr lang="en-US" sz="9600" dirty="0" smtClean="0"/>
          </a:p>
        </p:txBody>
      </p:sp>
    </p:spTree>
    <p:extLst>
      <p:ext uri="{BB962C8B-B14F-4D97-AF65-F5344CB8AC3E}">
        <p14:creationId xmlns:p14="http://schemas.microsoft.com/office/powerpoint/2010/main" val="23277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bbon ลง 1"/>
          <p:cNvSpPr/>
          <p:nvPr/>
        </p:nvSpPr>
        <p:spPr>
          <a:xfrm>
            <a:off x="217715" y="508000"/>
            <a:ext cx="11582399" cy="3817256"/>
          </a:xfrm>
          <a:prstGeom prst="ribb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 smtClean="0"/>
              <a:t>GAME OVER</a:t>
            </a:r>
            <a:endParaRPr lang="th-TH" sz="6600" dirty="0"/>
          </a:p>
        </p:txBody>
      </p:sp>
    </p:spTree>
    <p:extLst>
      <p:ext uri="{BB962C8B-B14F-4D97-AF65-F5344CB8AC3E}">
        <p14:creationId xmlns:p14="http://schemas.microsoft.com/office/powerpoint/2010/main" val="73481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ลูกศรโค้งขึ้น 3"/>
          <p:cNvSpPr/>
          <p:nvPr/>
        </p:nvSpPr>
        <p:spPr>
          <a:xfrm>
            <a:off x="261258" y="174171"/>
            <a:ext cx="1828800" cy="1233715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5" name="สี่เหลี่ยมผืนผ้ามุมมน 4"/>
          <p:cNvSpPr/>
          <p:nvPr/>
        </p:nvSpPr>
        <p:spPr>
          <a:xfrm>
            <a:off x="1698171" y="2264228"/>
            <a:ext cx="1857829" cy="1669143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ดาว 4 แฉก 5"/>
          <p:cNvSpPr/>
          <p:nvPr/>
        </p:nvSpPr>
        <p:spPr>
          <a:xfrm>
            <a:off x="5196114" y="1785257"/>
            <a:ext cx="3004457" cy="2989943"/>
          </a:xfrm>
          <a:prstGeom prst="star4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82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75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7</Words>
  <Application>Microsoft Office PowerPoint</Application>
  <PresentationFormat>แบบจอกว้าง</PresentationFormat>
  <Paragraphs>6</Paragraphs>
  <Slides>21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21</vt:i4>
      </vt:variant>
    </vt:vector>
  </HeadingPairs>
  <TitlesOfParts>
    <vt:vector size="27" baseType="lpstr">
      <vt:lpstr>Angsana New</vt:lpstr>
      <vt:lpstr>Arial</vt:lpstr>
      <vt:lpstr>Calibri</vt:lpstr>
      <vt:lpstr>Calibri Light</vt:lpstr>
      <vt:lpstr>Cordia New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HP</dc:creator>
  <cp:lastModifiedBy>HP</cp:lastModifiedBy>
  <cp:revision>14</cp:revision>
  <dcterms:created xsi:type="dcterms:W3CDTF">2025-11-30T02:41:01Z</dcterms:created>
  <dcterms:modified xsi:type="dcterms:W3CDTF">2025-11-30T08:08:27Z</dcterms:modified>
</cp:coreProperties>
</file>